
<file path=[Content_Types].xml><?xml version="1.0" encoding="utf-8"?>
<Types xmlns="http://schemas.openxmlformats.org/package/2006/content-types">
  <Default Extension="jpeg" ContentType="image/jpeg"/>
  <Default Extension="pdf" ContentType="image/unknown"/>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5" r:id="rId3"/>
    <p:sldId id="264" r:id="rId4"/>
    <p:sldId id="267" r:id="rId5"/>
    <p:sldId id="268" r:id="rId6"/>
    <p:sldId id="269" r:id="rId7"/>
    <p:sldId id="270" r:id="rId8"/>
    <p:sldId id="271" r:id="rId9"/>
    <p:sldId id="272" r:id="rId10"/>
    <p:sldId id="257" r:id="rId11"/>
    <p:sldId id="256" r:id="rId12"/>
    <p:sldId id="258" r:id="rId13"/>
    <p:sldId id="259" r:id="rId14"/>
    <p:sldId id="260" r:id="rId15"/>
    <p:sldId id="261" r:id="rId16"/>
    <p:sldId id="262" r:id="rId17"/>
    <p:sldId id="263"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3F3DB98197C56FAD/Documents/objective%202.xm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oleObject" Target="file:///C:\Users\H.P\Desktop\records%20%20%203a.csv"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Desktop\records2.csv"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P\Desktop\records1.csv"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P\Desktop\records3.csv"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H.P\Desktop\records3.csv"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H.P\Desktop\records4.csv"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H.P\Desktop\records%20%20%20334.csv"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[objective 2.xml.xlsx]Sheet4!PivotTable5</c:name>
    <c:fmtId val="-1"/>
  </c:pivotSource>
  <c:chart>
    <c:title>
      <c:tx>
        <c:rich>
          <a:bodyPr rot="0" spcFirstLastPara="1" vertOverflow="ellipsis" vert="horz" wrap="square" anchor="ctr" anchorCtr="1"/>
          <a:lstStyle/>
          <a:p>
            <a:pPr>
              <a:defRPr sz="1400" b="0" i="0" u="none" strike="noStrike" kern="1200" spc="0" baseline="0">
                <a:solidFill>
                  <a:schemeClr val="accent5">
                    <a:lumMod val="75000"/>
                  </a:schemeClr>
                </a:solidFill>
                <a:latin typeface="+mn-lt"/>
                <a:ea typeface="+mn-ea"/>
                <a:cs typeface="+mn-cs"/>
              </a:defRPr>
            </a:pPr>
            <a:r>
              <a:rPr lang="en-US">
                <a:solidFill>
                  <a:schemeClr val="accent5">
                    <a:lumMod val="75000"/>
                  </a:schemeClr>
                </a:solidFill>
                <a:latin typeface="Times New Roman" panose="02020603050405020304" pitchFamily="18" charset="0"/>
                <a:cs typeface="Times New Roman" panose="02020603050405020304" pitchFamily="18" charset="0"/>
              </a:rPr>
              <a:t>ENGAGEMENT LEVEL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5">
                  <a:lumMod val="7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2.1429352580927485E-2"/>
              <c:y val="-5.820975503062117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sz="1400" baseline="0"/>
                  <a:t> </a:t>
                </a:r>
                <a:fld id="{4AB8C460-4A7E-40E5-98FD-87B6819AD41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sz="1400"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2"/>
        <c:spPr>
          <a:solidFill>
            <a:schemeClr val="accent3"/>
          </a:solidFill>
          <a:ln w="19050">
            <a:solidFill>
              <a:schemeClr val="lt1"/>
            </a:solidFill>
          </a:ln>
          <a:effectLst/>
        </c:spPr>
        <c:dLbl>
          <c:idx val="0"/>
          <c:layout>
            <c:manualLayout>
              <c:x val="4.8685476815398074E-2"/>
              <c:y val="-5.519757946923301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3C15BD32-5D55-4C21-90F4-130C4DECDBE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3"/>
        <c:spPr>
          <a:solidFill>
            <a:schemeClr val="accent2"/>
          </a:solidFill>
          <a:ln w="19050">
            <a:solidFill>
              <a:schemeClr val="lt1"/>
            </a:solidFill>
          </a:ln>
          <a:effectLst/>
        </c:spPr>
        <c:dLbl>
          <c:idx val="0"/>
          <c:layout>
            <c:manualLayout>
              <c:x val="8.3708223972003393E-2"/>
              <c:y val="-2.919327792359305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443905-7673-44B7-945C-4A89C422B5A9}"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layout>
            <c:manualLayout>
              <c:x val="-2.1429352580927485E-2"/>
              <c:y val="-5.820975503062117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sz="1400" baseline="0"/>
                  <a:t> </a:t>
                </a:r>
                <a:fld id="{4AB8C460-4A7E-40E5-98FD-87B6819AD41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sz="1400"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6"/>
        <c:spPr>
          <a:solidFill>
            <a:schemeClr val="accent1"/>
          </a:solidFill>
          <a:ln w="19050">
            <a:solidFill>
              <a:schemeClr val="lt1"/>
            </a:solidFill>
          </a:ln>
          <a:effectLst/>
        </c:spPr>
        <c:dLbl>
          <c:idx val="0"/>
          <c:layout>
            <c:manualLayout>
              <c:x val="8.3708223972003393E-2"/>
              <c:y val="-2.919327792359305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443905-7673-44B7-945C-4A89C422B5A9}"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1"/>
          </a:solidFill>
          <a:ln w="19050">
            <a:solidFill>
              <a:schemeClr val="lt1"/>
            </a:solidFill>
          </a:ln>
          <a:effectLst/>
        </c:spPr>
        <c:dLbl>
          <c:idx val="0"/>
          <c:layout>
            <c:manualLayout>
              <c:x val="4.8685476815398074E-2"/>
              <c:y val="-5.519757946923301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3C15BD32-5D55-4C21-90F4-130C4DECDBE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2.1429352580927485E-2"/>
              <c:y val="-5.820975503062117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sz="1400" baseline="0"/>
                  <a:t> </a:t>
                </a:r>
                <a:fld id="{4AB8C460-4A7E-40E5-98FD-87B6819AD41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sz="1400"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1"/>
          </a:solidFill>
          <a:ln w="19050">
            <a:solidFill>
              <a:schemeClr val="lt1"/>
            </a:solidFill>
          </a:ln>
          <a:effectLst/>
        </c:spPr>
        <c:dLbl>
          <c:idx val="0"/>
          <c:layout>
            <c:manualLayout>
              <c:x val="8.3708223972003393E-2"/>
              <c:y val="-2.919327792359305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443905-7673-44B7-945C-4A89C422B5A9}"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1"/>
        <c:spPr>
          <a:solidFill>
            <a:schemeClr val="accent1"/>
          </a:solidFill>
          <a:ln w="19050">
            <a:solidFill>
              <a:schemeClr val="lt1"/>
            </a:solidFill>
          </a:ln>
          <a:effectLst/>
        </c:spPr>
        <c:dLbl>
          <c:idx val="0"/>
          <c:layout>
            <c:manualLayout>
              <c:x val="4.8685476815398074E-2"/>
              <c:y val="-5.519757946923301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r>
                  <a:rPr lang="en-US" baseline="0"/>
                  <a:t> </a:t>
                </a:r>
                <a:fld id="{3C15BD32-5D55-4C21-90F4-130C4DECDBEB}" type="PERCENTAGE">
                  <a:rPr lang="en-US" sz="1400"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7.3453797561333925E-2"/>
          <c:y val="0.1509782578626867"/>
          <c:w val="0.52470395806077352"/>
          <c:h val="0.54556900365275607"/>
        </c:manualLayout>
      </c:layout>
      <c:pieChart>
        <c:varyColors val="1"/>
        <c:ser>
          <c:idx val="0"/>
          <c:order val="0"/>
          <c:tx>
            <c:strRef>
              <c:f>Sheet4!$J$2</c:f>
              <c:strCache>
                <c:ptCount val="1"/>
                <c:pt idx="0">
                  <c:v>Total</c:v>
                </c:pt>
              </c:strCache>
            </c:strRef>
          </c:tx>
          <c:spPr>
            <a:ln>
              <a:solidFill>
                <a:schemeClr val="tx1"/>
              </a:solidFill>
            </a:ln>
          </c:spPr>
          <c:explosion val="16"/>
          <c:dPt>
            <c:idx val="0"/>
            <c:bubble3D val="0"/>
            <c:spPr>
              <a:solidFill>
                <a:schemeClr val="accent1"/>
              </a:solidFill>
              <a:ln w="19050">
                <a:solidFill>
                  <a:schemeClr val="tx1"/>
                </a:solidFill>
              </a:ln>
              <a:effectLst/>
            </c:spPr>
            <c:extLst>
              <c:ext xmlns:c16="http://schemas.microsoft.com/office/drawing/2014/chart" uri="{C3380CC4-5D6E-409C-BE32-E72D297353CC}">
                <c16:uniqueId val="{00000001-A0CD-441A-B6B5-40E0873DEA54}"/>
              </c:ext>
            </c:extLst>
          </c:dPt>
          <c:dPt>
            <c:idx val="1"/>
            <c:bubble3D val="0"/>
            <c:spPr>
              <a:solidFill>
                <a:schemeClr val="accent2"/>
              </a:solidFill>
              <a:ln w="19050">
                <a:solidFill>
                  <a:schemeClr val="tx1"/>
                </a:solidFill>
              </a:ln>
              <a:effectLst/>
            </c:spPr>
            <c:extLst>
              <c:ext xmlns:c16="http://schemas.microsoft.com/office/drawing/2014/chart" uri="{C3380CC4-5D6E-409C-BE32-E72D297353CC}">
                <c16:uniqueId val="{00000003-A0CD-441A-B6B5-40E0873DEA54}"/>
              </c:ext>
            </c:extLst>
          </c:dPt>
          <c:dPt>
            <c:idx val="2"/>
            <c:bubble3D val="0"/>
            <c:spPr>
              <a:solidFill>
                <a:schemeClr val="accent3"/>
              </a:solidFill>
              <a:ln w="19050">
                <a:solidFill>
                  <a:schemeClr val="tx1"/>
                </a:solidFill>
              </a:ln>
              <a:effectLst/>
            </c:spPr>
            <c:extLst>
              <c:ext xmlns:c16="http://schemas.microsoft.com/office/drawing/2014/chart" uri="{C3380CC4-5D6E-409C-BE32-E72D297353CC}">
                <c16:uniqueId val="{00000005-A0CD-441A-B6B5-40E0873DEA54}"/>
              </c:ext>
            </c:extLst>
          </c:dPt>
          <c:dLbls>
            <c:dLbl>
              <c:idx val="0"/>
              <c:layout>
                <c:manualLayout>
                  <c:x val="-2.1429352580927485E-2"/>
                  <c:y val="-5.8209755030621174E-2"/>
                </c:manualLayout>
              </c:layout>
              <c:tx>
                <c:rich>
                  <a:bodyPr/>
                  <a:lstStyle/>
                  <a:p>
                    <a:r>
                      <a:rPr lang="en-US" sz="1400" baseline="0"/>
                      <a:t> </a:t>
                    </a:r>
                    <a:fld id="{4AB8C460-4A7E-40E5-98FD-87B6819AD41B}" type="PERCENTAGE">
                      <a:rPr lang="en-US" sz="1400" baseline="0"/>
                      <a:pPr/>
                      <a:t>[PERCENTAGE]</a:t>
                    </a:fld>
                    <a:endParaRPr lang="en-US" sz="1400" baseline="0"/>
                  </a:p>
                </c:rich>
              </c:tx>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0CD-441A-B6B5-40E0873DEA54}"/>
                </c:ext>
              </c:extLst>
            </c:dLbl>
            <c:dLbl>
              <c:idx val="1"/>
              <c:layout>
                <c:manualLayout>
                  <c:x val="8.3708223972003393E-2"/>
                  <c:y val="-2.9193277923593053E-2"/>
                </c:manualLayout>
              </c:layout>
              <c:tx>
                <c:rich>
                  <a:bodyPr/>
                  <a:lstStyle/>
                  <a:p>
                    <a:fld id="{99443905-7673-44B7-945C-4A89C422B5A9}" type="PERCENTAGE">
                      <a:rPr lang="en-US" sz="1400" baseline="0"/>
                      <a:pPr/>
                      <a:t>[PERCENTAGE]</a:t>
                    </a:fld>
                    <a:endParaRPr lang="en-IN"/>
                  </a:p>
                </c:rich>
              </c:tx>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0CD-441A-B6B5-40E0873DEA54}"/>
                </c:ext>
              </c:extLst>
            </c:dLbl>
            <c:dLbl>
              <c:idx val="2"/>
              <c:layout>
                <c:manualLayout>
                  <c:x val="4.8685476815398074E-2"/>
                  <c:y val="-5.519757946923301E-2"/>
                </c:manualLayout>
              </c:layout>
              <c:tx>
                <c:rich>
                  <a:bodyPr/>
                  <a:lstStyle/>
                  <a:p>
                    <a:r>
                      <a:rPr lang="en-US" baseline="0"/>
                      <a:t> </a:t>
                    </a:r>
                    <a:fld id="{3C15BD32-5D55-4C21-90F4-130C4DECDBEB}" type="PERCENTAGE">
                      <a:rPr lang="en-US" sz="1400" baseline="0"/>
                      <a:pPr/>
                      <a:t>[PERCENTAGE]</a:t>
                    </a:fld>
                    <a:endParaRPr lang="en-US" baseline="0"/>
                  </a:p>
                </c:rich>
              </c:tx>
              <c:dLblPos val="bestFit"/>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0CD-441A-B6B5-40E0873DEA5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Sheet4!$I$3:$I$6</c:f>
              <c:strCache>
                <c:ptCount val="3"/>
                <c:pt idx="0">
                  <c:v>Ative Users</c:v>
                </c:pt>
                <c:pt idx="1">
                  <c:v>Inactive Users</c:v>
                </c:pt>
                <c:pt idx="2">
                  <c:v>Moderately Active Users</c:v>
                </c:pt>
              </c:strCache>
            </c:strRef>
          </c:cat>
          <c:val>
            <c:numRef>
              <c:f>Sheet4!$J$3:$J$6</c:f>
              <c:numCache>
                <c:formatCode>General</c:formatCode>
                <c:ptCount val="3"/>
                <c:pt idx="0">
                  <c:v>30</c:v>
                </c:pt>
                <c:pt idx="1">
                  <c:v>36</c:v>
                </c:pt>
                <c:pt idx="2">
                  <c:v>34</c:v>
                </c:pt>
              </c:numCache>
            </c:numRef>
          </c:val>
          <c:extLst>
            <c:ext xmlns:c16="http://schemas.microsoft.com/office/drawing/2014/chart" uri="{C3380CC4-5D6E-409C-BE32-E72D297353CC}">
              <c16:uniqueId val="{00000006-A0CD-441A-B6B5-40E0873DEA5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1383893536375623E-2"/>
          <c:y val="4.2291776027996497E-2"/>
          <c:w val="0.85900006561434439"/>
          <c:h val="0.50683158355205604"/>
        </c:manualLayout>
      </c:layout>
      <c:barChart>
        <c:barDir val="col"/>
        <c:grouping val="clustered"/>
        <c:varyColors val="0"/>
        <c:ser>
          <c:idx val="0"/>
          <c:order val="0"/>
          <c:tx>
            <c:strRef>
              <c:f>Sheet1!$B$1</c:f>
              <c:strCache>
                <c:ptCount val="1"/>
                <c:pt idx="0">
                  <c:v>Likes</c:v>
                </c:pt>
              </c:strCache>
            </c:strRef>
          </c:tx>
          <c:spPr>
            <a:solidFill>
              <a:schemeClr val="accent6">
                <a:lumMod val="20000"/>
                <a:lumOff val="80000"/>
              </a:schemeClr>
            </a:solidFill>
          </c:spPr>
          <c:invertIfNegative val="0"/>
          <c:cat>
            <c:strRef>
              <c:f>Sheet1!$A$2:$A$12</c:f>
              <c:strCache>
                <c:ptCount val="11"/>
                <c:pt idx="0">
                  <c:v>Eveline95</c:v>
                </c:pt>
                <c:pt idx="1">
                  <c:v>Cesar93</c:v>
                </c:pt>
                <c:pt idx="2">
                  <c:v>Clint27</c:v>
                </c:pt>
                <c:pt idx="3">
                  <c:v>Delfina_VonRueden68</c:v>
                </c:pt>
                <c:pt idx="4">
                  <c:v>Aurelie71</c:v>
                </c:pt>
                <c:pt idx="5">
                  <c:v>Jaime53</c:v>
                </c:pt>
                <c:pt idx="6">
                  <c:v>Donald.Fritsch</c:v>
                </c:pt>
                <c:pt idx="7">
                  <c:v>Janet.Armstrong</c:v>
                </c:pt>
                <c:pt idx="8">
                  <c:v>Zack_Kemmer93</c:v>
                </c:pt>
                <c:pt idx="9">
                  <c:v>Alexandro35</c:v>
                </c:pt>
                <c:pt idx="10">
                  <c:v>Kathryn80</c:v>
                </c:pt>
              </c:strCache>
            </c:strRef>
          </c:cat>
          <c:val>
            <c:numRef>
              <c:f>Sheet1!$B$2:$B$12</c:f>
              <c:numCache>
                <c:formatCode>General</c:formatCode>
                <c:ptCount val="11"/>
                <c:pt idx="0">
                  <c:v>12</c:v>
                </c:pt>
                <c:pt idx="1">
                  <c:v>10</c:v>
                </c:pt>
                <c:pt idx="2">
                  <c:v>11</c:v>
                </c:pt>
                <c:pt idx="3">
                  <c:v>9</c:v>
                </c:pt>
                <c:pt idx="4">
                  <c:v>8</c:v>
                </c:pt>
                <c:pt idx="5">
                  <c:v>8</c:v>
                </c:pt>
                <c:pt idx="6">
                  <c:v>6</c:v>
                </c:pt>
                <c:pt idx="7">
                  <c:v>5</c:v>
                </c:pt>
                <c:pt idx="8">
                  <c:v>5</c:v>
                </c:pt>
                <c:pt idx="9">
                  <c:v>5</c:v>
                </c:pt>
                <c:pt idx="10">
                  <c:v>5</c:v>
                </c:pt>
              </c:numCache>
            </c:numRef>
          </c:val>
          <c:extLst>
            <c:ext xmlns:c16="http://schemas.microsoft.com/office/drawing/2014/chart" uri="{C3380CC4-5D6E-409C-BE32-E72D297353CC}">
              <c16:uniqueId val="{00000000-4495-4D18-9EC0-353E5714D460}"/>
            </c:ext>
          </c:extLst>
        </c:ser>
        <c:ser>
          <c:idx val="1"/>
          <c:order val="1"/>
          <c:tx>
            <c:strRef>
              <c:f>Sheet1!$C$1</c:f>
              <c:strCache>
                <c:ptCount val="1"/>
                <c:pt idx="0">
                  <c:v>Comments</c:v>
                </c:pt>
              </c:strCache>
            </c:strRef>
          </c:tx>
          <c:spPr>
            <a:solidFill>
              <a:schemeClr val="accent6">
                <a:lumMod val="60000"/>
                <a:lumOff val="40000"/>
              </a:schemeClr>
            </a:solidFill>
          </c:spPr>
          <c:invertIfNegative val="0"/>
          <c:cat>
            <c:strRef>
              <c:f>Sheet1!$A$2:$A$12</c:f>
              <c:strCache>
                <c:ptCount val="11"/>
                <c:pt idx="0">
                  <c:v>Eveline95</c:v>
                </c:pt>
                <c:pt idx="1">
                  <c:v>Cesar93</c:v>
                </c:pt>
                <c:pt idx="2">
                  <c:v>Clint27</c:v>
                </c:pt>
                <c:pt idx="3">
                  <c:v>Delfina_VonRueden68</c:v>
                </c:pt>
                <c:pt idx="4">
                  <c:v>Aurelie71</c:v>
                </c:pt>
                <c:pt idx="5">
                  <c:v>Jaime53</c:v>
                </c:pt>
                <c:pt idx="6">
                  <c:v>Donald.Fritsch</c:v>
                </c:pt>
                <c:pt idx="7">
                  <c:v>Janet.Armstrong</c:v>
                </c:pt>
                <c:pt idx="8">
                  <c:v>Zack_Kemmer93</c:v>
                </c:pt>
                <c:pt idx="9">
                  <c:v>Alexandro35</c:v>
                </c:pt>
                <c:pt idx="10">
                  <c:v>Kathryn80</c:v>
                </c:pt>
              </c:strCache>
            </c:strRef>
          </c:cat>
          <c:val>
            <c:numRef>
              <c:f>Sheet1!$C$2:$C$12</c:f>
              <c:numCache>
                <c:formatCode>General</c:formatCode>
                <c:ptCount val="11"/>
                <c:pt idx="0">
                  <c:v>329</c:v>
                </c:pt>
                <c:pt idx="1">
                  <c:v>308</c:v>
                </c:pt>
                <c:pt idx="2">
                  <c:v>299</c:v>
                </c:pt>
                <c:pt idx="3">
                  <c:v>273</c:v>
                </c:pt>
                <c:pt idx="4">
                  <c:v>242</c:v>
                </c:pt>
                <c:pt idx="5">
                  <c:v>229</c:v>
                </c:pt>
                <c:pt idx="6">
                  <c:v>174</c:v>
                </c:pt>
                <c:pt idx="7">
                  <c:v>154</c:v>
                </c:pt>
                <c:pt idx="8">
                  <c:v>151</c:v>
                </c:pt>
                <c:pt idx="9">
                  <c:v>148</c:v>
                </c:pt>
                <c:pt idx="10">
                  <c:v>148</c:v>
                </c:pt>
              </c:numCache>
            </c:numRef>
          </c:val>
          <c:extLst>
            <c:ext xmlns:c16="http://schemas.microsoft.com/office/drawing/2014/chart" uri="{C3380CC4-5D6E-409C-BE32-E72D297353CC}">
              <c16:uniqueId val="{00000001-4495-4D18-9EC0-353E5714D460}"/>
            </c:ext>
          </c:extLst>
        </c:ser>
        <c:ser>
          <c:idx val="2"/>
          <c:order val="2"/>
          <c:tx>
            <c:strRef>
              <c:f>Sheet1!$D$1</c:f>
              <c:strCache>
                <c:ptCount val="1"/>
                <c:pt idx="0">
                  <c:v>Total Engagement</c:v>
                </c:pt>
              </c:strCache>
            </c:strRef>
          </c:tx>
          <c:spPr>
            <a:solidFill>
              <a:srgbClr val="002060"/>
            </a:solidFill>
          </c:spPr>
          <c:invertIfNegative val="0"/>
          <c:cat>
            <c:strRef>
              <c:f>Sheet1!$A$2:$A$12</c:f>
              <c:strCache>
                <c:ptCount val="11"/>
                <c:pt idx="0">
                  <c:v>Eveline95</c:v>
                </c:pt>
                <c:pt idx="1">
                  <c:v>Cesar93</c:v>
                </c:pt>
                <c:pt idx="2">
                  <c:v>Clint27</c:v>
                </c:pt>
                <c:pt idx="3">
                  <c:v>Delfina_VonRueden68</c:v>
                </c:pt>
                <c:pt idx="4">
                  <c:v>Aurelie71</c:v>
                </c:pt>
                <c:pt idx="5">
                  <c:v>Jaime53</c:v>
                </c:pt>
                <c:pt idx="6">
                  <c:v>Donald.Fritsch</c:v>
                </c:pt>
                <c:pt idx="7">
                  <c:v>Janet.Armstrong</c:v>
                </c:pt>
                <c:pt idx="8">
                  <c:v>Zack_Kemmer93</c:v>
                </c:pt>
                <c:pt idx="9">
                  <c:v>Alexandro35</c:v>
                </c:pt>
                <c:pt idx="10">
                  <c:v>Kathryn80</c:v>
                </c:pt>
              </c:strCache>
            </c:strRef>
          </c:cat>
          <c:val>
            <c:numRef>
              <c:f>Sheet1!$D$2:$D$12</c:f>
              <c:numCache>
                <c:formatCode>General</c:formatCode>
                <c:ptCount val="11"/>
                <c:pt idx="0">
                  <c:v>341</c:v>
                </c:pt>
                <c:pt idx="1">
                  <c:v>318</c:v>
                </c:pt>
                <c:pt idx="2">
                  <c:v>310</c:v>
                </c:pt>
                <c:pt idx="3">
                  <c:v>282</c:v>
                </c:pt>
                <c:pt idx="4">
                  <c:v>250</c:v>
                </c:pt>
                <c:pt idx="5">
                  <c:v>237</c:v>
                </c:pt>
                <c:pt idx="6">
                  <c:v>180</c:v>
                </c:pt>
                <c:pt idx="7">
                  <c:v>159</c:v>
                </c:pt>
                <c:pt idx="8">
                  <c:v>156</c:v>
                </c:pt>
                <c:pt idx="9">
                  <c:v>153</c:v>
                </c:pt>
                <c:pt idx="10">
                  <c:v>148</c:v>
                </c:pt>
              </c:numCache>
            </c:numRef>
          </c:val>
          <c:extLst>
            <c:ext xmlns:c16="http://schemas.microsoft.com/office/drawing/2014/chart" uri="{C3380CC4-5D6E-409C-BE32-E72D297353CC}">
              <c16:uniqueId val="{00000002-4495-4D18-9EC0-353E5714D460}"/>
            </c:ext>
          </c:extLst>
        </c:ser>
        <c:dLbls>
          <c:showLegendKey val="0"/>
          <c:showVal val="0"/>
          <c:showCatName val="0"/>
          <c:showSerName val="0"/>
          <c:showPercent val="0"/>
          <c:showBubbleSize val="0"/>
        </c:dLbls>
        <c:gapWidth val="150"/>
        <c:axId val="8304128"/>
        <c:axId val="8306048"/>
      </c:barChart>
      <c:catAx>
        <c:axId val="8304128"/>
        <c:scaling>
          <c:orientation val="minMax"/>
        </c:scaling>
        <c:delete val="0"/>
        <c:axPos val="b"/>
        <c:numFmt formatCode="General" sourceLinked="0"/>
        <c:majorTickMark val="out"/>
        <c:minorTickMark val="none"/>
        <c:tickLblPos val="nextTo"/>
        <c:txPr>
          <a:bodyPr/>
          <a:lstStyle/>
          <a:p>
            <a:pPr>
              <a:defRPr sz="1200" b="1">
                <a:solidFill>
                  <a:schemeClr val="accent5">
                    <a:lumMod val="50000"/>
                  </a:schemeClr>
                </a:solidFill>
                <a:latin typeface="Times New Roman" panose="02020603050405020304" pitchFamily="18" charset="0"/>
                <a:cs typeface="Times New Roman" panose="02020603050405020304" pitchFamily="18" charset="0"/>
              </a:defRPr>
            </a:pPr>
            <a:endParaRPr lang="en-US"/>
          </a:p>
        </c:txPr>
        <c:crossAx val="8306048"/>
        <c:crosses val="autoZero"/>
        <c:auto val="1"/>
        <c:lblAlgn val="ctr"/>
        <c:lblOffset val="100"/>
        <c:noMultiLvlLbl val="0"/>
      </c:catAx>
      <c:valAx>
        <c:axId val="8306048"/>
        <c:scaling>
          <c:orientation val="minMax"/>
        </c:scaling>
        <c:delete val="0"/>
        <c:axPos val="l"/>
        <c:numFmt formatCode="General" sourceLinked="1"/>
        <c:majorTickMark val="out"/>
        <c:minorTickMark val="none"/>
        <c:tickLblPos val="nextTo"/>
        <c:txPr>
          <a:bodyPr/>
          <a:lstStyle/>
          <a:p>
            <a:pPr>
              <a:defRPr sz="1200">
                <a:solidFill>
                  <a:schemeClr val="accent5">
                    <a:lumMod val="50000"/>
                  </a:schemeClr>
                </a:solidFill>
                <a:latin typeface="Times New Roman" panose="02020603050405020304" pitchFamily="18" charset="0"/>
                <a:cs typeface="Times New Roman" panose="02020603050405020304" pitchFamily="18" charset="0"/>
              </a:defRPr>
            </a:pPr>
            <a:endParaRPr lang="en-US"/>
          </a:p>
        </c:txPr>
        <c:crossAx val="8304128"/>
        <c:crosses val="autoZero"/>
        <c:crossBetween val="between"/>
      </c:valAx>
    </c:plotArea>
    <c:legend>
      <c:legendPos val="r"/>
      <c:layout>
        <c:manualLayout>
          <c:xMode val="edge"/>
          <c:yMode val="edge"/>
          <c:x val="0.28628655500939648"/>
          <c:y val="0.81484856383478765"/>
          <c:w val="0.44191954646612669"/>
          <c:h val="0.1825203182552366"/>
        </c:manualLayout>
      </c:layout>
      <c:overlay val="0"/>
      <c:txPr>
        <a:bodyPr/>
        <a:lstStyle/>
        <a:p>
          <a:pPr>
            <a:defRPr sz="1200">
              <a:solidFill>
                <a:schemeClr val="accent5">
                  <a:lumMod val="50000"/>
                </a:schemeClr>
              </a:solidFill>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ln>
      <a:solidFill>
        <a:schemeClr val="tx1"/>
      </a:solidFill>
    </a:ln>
  </c:spPr>
  <c:txPr>
    <a:bodyPr/>
    <a:lstStyle/>
    <a:p>
      <a:pPr>
        <a:defRPr sz="1800"/>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[records   3a.csv]records   3a!PivotTable7</c:name>
    <c:fmtId val="-1"/>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chemeClr val="accent5">
                    <a:lumMod val="75000"/>
                  </a:schemeClr>
                </a:solidFill>
                <a:latin typeface="+mn-lt"/>
                <a:ea typeface="+mn-ea"/>
                <a:cs typeface="+mn-cs"/>
              </a:defRPr>
            </a:pPr>
            <a:r>
              <a:rPr lang="en-IN" sz="1400" b="0" i="0" u="none" strike="noStrike" kern="1200" spc="0" baseline="0">
                <a:solidFill>
                  <a:schemeClr val="accent5">
                    <a:lumMod val="75000"/>
                  </a:schemeClr>
                </a:solidFill>
                <a:latin typeface="Times New Roman" panose="02020603050405020304" pitchFamily="18" charset="0"/>
                <a:cs typeface="Times New Roman" panose="02020603050405020304" pitchFamily="18" charset="0"/>
              </a:rPr>
              <a:t>Average Engagement per Post by Joining Year</a:t>
            </a:r>
          </a:p>
          <a:p>
            <a:pPr marL="0" marR="0" lvl="0" indent="0" algn="ctr" defTabSz="914400" rtl="0" eaLnBrk="1" fontAlgn="auto" latinLnBrk="0" hangingPunct="1">
              <a:lnSpc>
                <a:spcPct val="100000"/>
              </a:lnSpc>
              <a:spcBef>
                <a:spcPts val="0"/>
              </a:spcBef>
              <a:spcAft>
                <a:spcPts val="0"/>
              </a:spcAft>
              <a:buClrTx/>
              <a:buSzTx/>
              <a:buFontTx/>
              <a:buNone/>
              <a:tabLst/>
              <a:defRPr>
                <a:solidFill>
                  <a:schemeClr val="accent5">
                    <a:lumMod val="75000"/>
                  </a:schemeClr>
                </a:solidFill>
              </a:defRPr>
            </a:pPr>
            <a:endParaRPr lang="en-IN">
              <a:solidFill>
                <a:schemeClr val="accent5">
                  <a:lumMod val="75000"/>
                </a:schemeClr>
              </a:solidFil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chemeClr val="accent5">
                  <a:lumMod val="7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'records   3a'!$B$7</c:f>
              <c:strCache>
                <c:ptCount val="1"/>
                <c:pt idx="0">
                  <c:v>Total</c:v>
                </c:pt>
              </c:strCache>
            </c:strRef>
          </c:tx>
          <c:spPr>
            <a:solidFill>
              <a:schemeClr val="accent6">
                <a:lumMod val="20000"/>
                <a:lumOff val="80000"/>
              </a:schemeClr>
            </a:solidFill>
            <a:ln>
              <a:solidFill>
                <a:schemeClr val="tx1"/>
              </a:solidFill>
            </a:ln>
            <a:effectLst/>
          </c:spPr>
          <c:invertIfNegative val="0"/>
          <c:dPt>
            <c:idx val="0"/>
            <c:invertIfNegative val="0"/>
            <c:bubble3D val="0"/>
            <c:spPr>
              <a:solidFill>
                <a:srgbClr val="002060"/>
              </a:solidFill>
              <a:ln>
                <a:solidFill>
                  <a:schemeClr val="tx1"/>
                </a:solidFill>
              </a:ln>
              <a:effectLst/>
            </c:spPr>
            <c:extLst>
              <c:ext xmlns:c16="http://schemas.microsoft.com/office/drawing/2014/chart" uri="{C3380CC4-5D6E-409C-BE32-E72D297353CC}">
                <c16:uniqueId val="{00000001-E9DB-4E07-A3D4-8BFAE8F3011F}"/>
              </c:ext>
            </c:extLst>
          </c:dPt>
          <c:dPt>
            <c:idx val="1"/>
            <c:invertIfNegative val="0"/>
            <c:bubble3D val="0"/>
            <c:spPr>
              <a:solidFill>
                <a:srgbClr val="002060"/>
              </a:solidFill>
              <a:ln>
                <a:solidFill>
                  <a:schemeClr val="tx1"/>
                </a:solidFill>
              </a:ln>
              <a:effectLst/>
            </c:spPr>
            <c:extLst>
              <c:ext xmlns:c16="http://schemas.microsoft.com/office/drawing/2014/chart" uri="{C3380CC4-5D6E-409C-BE32-E72D297353CC}">
                <c16:uniqueId val="{00000002-E9DB-4E07-A3D4-8BFAE8F3011F}"/>
              </c:ext>
            </c:extLst>
          </c:dPt>
          <c:dLbls>
            <c:dLbl>
              <c:idx val="0"/>
              <c:layout>
                <c:manualLayout>
                  <c:x val="-5.3493820410714602E-3"/>
                  <c:y val="8.96057347670250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9DB-4E07-A3D4-8BFAE8F3011F}"/>
                </c:ext>
              </c:extLst>
            </c:dLbl>
            <c:dLbl>
              <c:idx val="1"/>
              <c:layout>
                <c:manualLayout>
                  <c:x val="0"/>
                  <c:y val="0.1039426523297491"/>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9DB-4E07-A3D4-8BFAE8F3011F}"/>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'records   3a'!$A$8:$A$10</c:f>
              <c:strCache>
                <c:ptCount val="2"/>
                <c:pt idx="0">
                  <c:v>2016</c:v>
                </c:pt>
                <c:pt idx="1">
                  <c:v>2017</c:v>
                </c:pt>
              </c:strCache>
            </c:strRef>
          </c:cat>
          <c:val>
            <c:numRef>
              <c:f>'records   3a'!$B$8:$B$10</c:f>
              <c:numCache>
                <c:formatCode>General</c:formatCode>
                <c:ptCount val="2"/>
                <c:pt idx="0">
                  <c:v>64.010000000000005</c:v>
                </c:pt>
                <c:pt idx="1">
                  <c:v>62.99</c:v>
                </c:pt>
              </c:numCache>
            </c:numRef>
          </c:val>
          <c:extLst>
            <c:ext xmlns:c16="http://schemas.microsoft.com/office/drawing/2014/chart" uri="{C3380CC4-5D6E-409C-BE32-E72D297353CC}">
              <c16:uniqueId val="{00000000-E9DB-4E07-A3D4-8BFAE8F3011F}"/>
            </c:ext>
          </c:extLst>
        </c:ser>
        <c:dLbls>
          <c:dLblPos val="outEnd"/>
          <c:showLegendKey val="0"/>
          <c:showVal val="1"/>
          <c:showCatName val="0"/>
          <c:showSerName val="0"/>
          <c:showPercent val="0"/>
          <c:showBubbleSize val="0"/>
        </c:dLbls>
        <c:gapWidth val="219"/>
        <c:overlap val="-27"/>
        <c:axId val="166491904"/>
        <c:axId val="166494304"/>
      </c:barChart>
      <c:catAx>
        <c:axId val="166491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66494304"/>
        <c:crosses val="autoZero"/>
        <c:auto val="1"/>
        <c:lblAlgn val="ctr"/>
        <c:lblOffset val="100"/>
        <c:noMultiLvlLbl val="0"/>
      </c:catAx>
      <c:valAx>
        <c:axId val="1664943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66491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[records2.csv]Sheet1!PivotTable5</c:name>
    <c:fmtId val="-1"/>
  </c:pivotSource>
  <c:chart>
    <c:title>
      <c:tx>
        <c:rich>
          <a:bodyPr rot="0" spcFirstLastPara="1" vertOverflow="ellipsis" vert="horz" wrap="square" anchor="ctr" anchorCtr="1"/>
          <a:lstStyle/>
          <a:p>
            <a:pPr>
              <a:defRPr sz="1862" b="0" i="0" u="none" strike="noStrike" kern="1200" spc="0" baseline="0">
                <a:solidFill>
                  <a:schemeClr val="accent5">
                    <a:lumMod val="75000"/>
                  </a:schemeClr>
                </a:solidFill>
                <a:latin typeface="+mn-lt"/>
                <a:ea typeface="+mn-ea"/>
                <a:cs typeface="+mn-cs"/>
              </a:defRPr>
            </a:pPr>
            <a:r>
              <a:rPr lang="en-IN">
                <a:solidFill>
                  <a:schemeClr val="accent5">
                    <a:lumMod val="75000"/>
                  </a:schemeClr>
                </a:solidFill>
                <a:latin typeface="Times New Roman" panose="02020603050405020304" pitchFamily="18" charset="0"/>
                <a:cs typeface="Times New Roman" panose="02020603050405020304" pitchFamily="18" charset="0"/>
              </a:rPr>
              <a:t>Sum of total photos by photos_segment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accent5">
                  <a:lumMod val="7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rgbClr val="002060"/>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Sheet1!$A$4:$A$7</c:f>
              <c:strCache>
                <c:ptCount val="4"/>
                <c:pt idx="0">
                  <c:v>zero photos</c:v>
                </c:pt>
                <c:pt idx="1">
                  <c:v>high photos</c:v>
                </c:pt>
                <c:pt idx="2">
                  <c:v>low photos</c:v>
                </c:pt>
                <c:pt idx="3">
                  <c:v>medium photos</c:v>
                </c:pt>
              </c:strCache>
            </c:strRef>
          </c:cat>
          <c:val>
            <c:numRef>
              <c:f>Sheet1!$B$4:$B$7</c:f>
              <c:numCache>
                <c:formatCode>General</c:formatCode>
                <c:ptCount val="4"/>
                <c:pt idx="0">
                  <c:v>0</c:v>
                </c:pt>
                <c:pt idx="1">
                  <c:v>58</c:v>
                </c:pt>
                <c:pt idx="2">
                  <c:v>71</c:v>
                </c:pt>
                <c:pt idx="3">
                  <c:v>128</c:v>
                </c:pt>
              </c:numCache>
            </c:numRef>
          </c:val>
          <c:extLst>
            <c:ext xmlns:c16="http://schemas.microsoft.com/office/drawing/2014/chart" uri="{C3380CC4-5D6E-409C-BE32-E72D297353CC}">
              <c16:uniqueId val="{00000000-8B36-45C7-B236-3C2153D853C0}"/>
            </c:ext>
          </c:extLst>
        </c:ser>
        <c:dLbls>
          <c:dLblPos val="inEnd"/>
          <c:showLegendKey val="0"/>
          <c:showVal val="1"/>
          <c:showCatName val="0"/>
          <c:showSerName val="0"/>
          <c:showPercent val="0"/>
          <c:showBubbleSize val="0"/>
        </c:dLbls>
        <c:gapWidth val="219"/>
        <c:overlap val="-27"/>
        <c:axId val="87144079"/>
        <c:axId val="87142639"/>
      </c:barChart>
      <c:catAx>
        <c:axId val="871440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87142639"/>
        <c:crosses val="autoZero"/>
        <c:auto val="1"/>
        <c:lblAlgn val="ctr"/>
        <c:lblOffset val="100"/>
        <c:noMultiLvlLbl val="0"/>
      </c:catAx>
      <c:valAx>
        <c:axId val="8714263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87144079"/>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[records1.csv]Sheet1!PivotTable10</c:name>
    <c:fmtId val="-1"/>
  </c:pivotSource>
  <c:chart>
    <c:title>
      <c:tx>
        <c:rich>
          <a:bodyPr rot="0" spcFirstLastPara="1" vertOverflow="ellipsis" vert="horz" wrap="square" anchor="ctr" anchorCtr="1"/>
          <a:lstStyle/>
          <a:p>
            <a:pPr>
              <a:defRPr sz="18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sz="1800">
                <a:solidFill>
                  <a:schemeClr val="accent5">
                    <a:lumMod val="75000"/>
                  </a:schemeClr>
                </a:solidFill>
                <a:latin typeface="Times New Roman" panose="02020603050405020304" pitchFamily="18" charset="0"/>
                <a:cs typeface="Times New Roman" panose="02020603050405020304" pitchFamily="18" charset="0"/>
              </a:rPr>
              <a:t>Likes</a:t>
            </a:r>
            <a:r>
              <a:rPr lang="en-US" sz="1800" baseline="0">
                <a:solidFill>
                  <a:schemeClr val="accent5">
                    <a:lumMod val="75000"/>
                  </a:schemeClr>
                </a:solidFill>
                <a:latin typeface="Times New Roman" panose="02020603050405020304" pitchFamily="18" charset="0"/>
                <a:cs typeface="Times New Roman" panose="02020603050405020304" pitchFamily="18" charset="0"/>
              </a:rPr>
              <a:t> Segment </a:t>
            </a:r>
            <a:endParaRPr lang="en-US" sz="1800">
              <a:solidFill>
                <a:schemeClr val="accent5">
                  <a:lumMod val="75000"/>
                </a:schemeClr>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lumMod val="75000"/>
            </a:schemeClr>
          </a:solidFill>
          <a:ln w="25400">
            <a:solidFill>
              <a:schemeClr val="lt1"/>
            </a:solidFill>
          </a:ln>
          <a:effectLst/>
          <a:sp3d contourW="25400">
            <a:contourClr>
              <a:schemeClr val="lt1"/>
            </a:contourClr>
          </a:sp3d>
        </c:spPr>
      </c:pivotFmt>
      <c:pivotFmt>
        <c:idx val="2"/>
        <c:spPr>
          <a:solidFill>
            <a:schemeClr val="accent4">
              <a:lumMod val="75000"/>
            </a:schemeClr>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5">
              <a:lumMod val="75000"/>
            </a:schemeClr>
          </a:solidFill>
          <a:ln w="25400">
            <a:solidFill>
              <a:schemeClr val="lt1"/>
            </a:solidFill>
          </a:ln>
          <a:effectLst/>
          <a:sp3d contourW="25400">
            <a:contourClr>
              <a:schemeClr val="lt1"/>
            </a:contourClr>
          </a:sp3d>
        </c:spPr>
      </c:pivotFmt>
      <c:pivotFmt>
        <c:idx val="5"/>
        <c:spPr>
          <a:solidFill>
            <a:schemeClr val="accent4">
              <a:lumMod val="75000"/>
            </a:schemeClr>
          </a:solidFill>
          <a:ln w="25400">
            <a:solidFill>
              <a:schemeClr val="lt1"/>
            </a:solidFill>
          </a:ln>
          <a:effectLst/>
          <a:sp3d contourW="25400">
            <a:contourClr>
              <a:schemeClr val="lt1"/>
            </a:contourClr>
          </a:sp3d>
        </c:spPr>
      </c:pivotFmt>
      <c:pivotFmt>
        <c:idx val="6"/>
        <c:spPr>
          <a:solidFill>
            <a:schemeClr val="accent1"/>
          </a:solidFill>
          <a:ln w="25400">
            <a:solidFill>
              <a:schemeClr val="lt1"/>
            </a:solidFill>
          </a:ln>
          <a:effectLst/>
          <a:sp3d contourW="25400">
            <a:contourClr>
              <a:schemeClr val="lt1"/>
            </a:contourClr>
          </a:sp3d>
        </c:spPr>
      </c:pivotFmt>
      <c:pivotFmt>
        <c:idx val="7"/>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5">
              <a:lumMod val="75000"/>
            </a:schemeClr>
          </a:solidFill>
          <a:ln w="25400">
            <a:solidFill>
              <a:schemeClr val="lt1"/>
            </a:solidFill>
          </a:ln>
          <a:effectLst/>
          <a:sp3d contourW="25400">
            <a:contourClr>
              <a:schemeClr val="lt1"/>
            </a:contourClr>
          </a:sp3d>
        </c:spPr>
      </c:pivotFmt>
      <c:pivotFmt>
        <c:idx val="9"/>
        <c:spPr>
          <a:solidFill>
            <a:schemeClr val="accent4">
              <a:lumMod val="75000"/>
            </a:schemeClr>
          </a:solidFill>
          <a:ln w="25400">
            <a:solidFill>
              <a:schemeClr val="lt1"/>
            </a:solidFill>
          </a:ln>
          <a:effectLst/>
          <a:sp3d contourW="25400">
            <a:contourClr>
              <a:schemeClr val="lt1"/>
            </a:contourClr>
          </a:sp3d>
        </c:spPr>
      </c:pivotFmt>
      <c:pivotFmt>
        <c:idx val="10"/>
        <c:spPr>
          <a:solidFill>
            <a:schemeClr val="accent1"/>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Sheet1!$B$3</c:f>
              <c:strCache>
                <c:ptCount val="1"/>
                <c:pt idx="0">
                  <c:v>Total</c:v>
                </c:pt>
              </c:strCache>
            </c:strRef>
          </c:tx>
          <c:spPr>
            <a:ln>
              <a:solidFill>
                <a:schemeClr val="tx1"/>
              </a:solidFill>
            </a:ln>
          </c:spPr>
          <c:explosion val="3"/>
          <c:dPt>
            <c:idx val="0"/>
            <c:bubble3D val="0"/>
            <c:spPr>
              <a:solidFill>
                <a:schemeClr val="accent3">
                  <a:lumMod val="20000"/>
                  <a:lumOff val="80000"/>
                </a:schemeClr>
              </a:solidFill>
              <a:ln w="25400">
                <a:solidFill>
                  <a:schemeClr val="tx1"/>
                </a:solidFill>
              </a:ln>
              <a:effectLst/>
              <a:sp3d contourW="25400">
                <a:contourClr>
                  <a:schemeClr val="tx1"/>
                </a:contourClr>
              </a:sp3d>
            </c:spPr>
            <c:extLst>
              <c:ext xmlns:c16="http://schemas.microsoft.com/office/drawing/2014/chart" uri="{C3380CC4-5D6E-409C-BE32-E72D297353CC}">
                <c16:uniqueId val="{00000001-5240-421D-9829-C42DE547B71D}"/>
              </c:ext>
            </c:extLst>
          </c:dPt>
          <c:dPt>
            <c:idx val="1"/>
            <c:bubble3D val="0"/>
            <c:spPr>
              <a:solidFill>
                <a:srgbClr val="002060"/>
              </a:solidFill>
              <a:ln w="25400">
                <a:solidFill>
                  <a:schemeClr val="tx1"/>
                </a:solidFill>
              </a:ln>
              <a:effectLst/>
              <a:sp3d contourW="25400">
                <a:contourClr>
                  <a:schemeClr val="tx1"/>
                </a:contourClr>
              </a:sp3d>
            </c:spPr>
            <c:extLst>
              <c:ext xmlns:c16="http://schemas.microsoft.com/office/drawing/2014/chart" uri="{C3380CC4-5D6E-409C-BE32-E72D297353CC}">
                <c16:uniqueId val="{00000003-5240-421D-9829-C42DE547B71D}"/>
              </c:ext>
            </c:extLst>
          </c:dPt>
          <c:dPt>
            <c:idx val="2"/>
            <c:bubble3D val="0"/>
            <c:spPr>
              <a:solidFill>
                <a:schemeClr val="accent3"/>
              </a:solidFill>
              <a:ln w="25400">
                <a:solidFill>
                  <a:schemeClr val="tx1"/>
                </a:solidFill>
              </a:ln>
              <a:effectLst/>
              <a:sp3d contourW="25400">
                <a:contourClr>
                  <a:schemeClr val="tx1"/>
                </a:contourClr>
              </a:sp3d>
            </c:spPr>
            <c:extLst>
              <c:ext xmlns:c16="http://schemas.microsoft.com/office/drawing/2014/chart" uri="{C3380CC4-5D6E-409C-BE32-E72D297353CC}">
                <c16:uniqueId val="{00000005-5240-421D-9829-C42DE547B71D}"/>
              </c:ext>
            </c:extLst>
          </c:dPt>
          <c:dLbls>
            <c:dLbl>
              <c:idx val="0"/>
              <c:layout>
                <c:manualLayout>
                  <c:x val="-6.2018678260640857E-2"/>
                  <c:y val="-5.298998065666051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40-421D-9829-C42DE547B71D}"/>
                </c:ext>
              </c:extLst>
            </c:dLbl>
            <c:dLbl>
              <c:idx val="1"/>
              <c:layout>
                <c:manualLayout>
                  <c:x val="2.9784163907123393E-2"/>
                  <c:y val="-0.23735730295787258"/>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40-421D-9829-C42DE547B71D}"/>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Sheet1!$A$4:$A$6</c:f>
              <c:strCache>
                <c:ptCount val="3"/>
                <c:pt idx="0">
                  <c:v>high likes</c:v>
                </c:pt>
                <c:pt idx="1">
                  <c:v>medium likes</c:v>
                </c:pt>
                <c:pt idx="2">
                  <c:v>zero likes</c:v>
                </c:pt>
              </c:strCache>
            </c:strRef>
          </c:cat>
          <c:val>
            <c:numRef>
              <c:f>Sheet1!$B$4:$B$6</c:f>
              <c:numCache>
                <c:formatCode>General</c:formatCode>
                <c:ptCount val="3"/>
                <c:pt idx="0">
                  <c:v>3444</c:v>
                </c:pt>
                <c:pt idx="1">
                  <c:v>5338</c:v>
                </c:pt>
                <c:pt idx="2">
                  <c:v>0</c:v>
                </c:pt>
              </c:numCache>
            </c:numRef>
          </c:val>
          <c:extLst>
            <c:ext xmlns:c16="http://schemas.microsoft.com/office/drawing/2014/chart" uri="{C3380CC4-5D6E-409C-BE32-E72D297353CC}">
              <c16:uniqueId val="{00000006-5240-421D-9829-C42DE547B71D}"/>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[records3.csv]Sheet1!PivotTable15</c:name>
    <c:fmtId val="-1"/>
  </c:pivotSource>
  <c:chart>
    <c:title>
      <c:tx>
        <c:rich>
          <a:bodyPr rot="0" spcFirstLastPara="1" vertOverflow="ellipsis" vert="horz" wrap="square" anchor="ctr" anchorCtr="1"/>
          <a:lstStyle/>
          <a:p>
            <a:pPr>
              <a:defRPr sz="15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IN" sz="1500">
                <a:solidFill>
                  <a:schemeClr val="accent5">
                    <a:lumMod val="75000"/>
                  </a:schemeClr>
                </a:solidFill>
                <a:latin typeface="Times New Roman" panose="02020603050405020304" pitchFamily="18" charset="0"/>
                <a:cs typeface="Times New Roman" panose="02020603050405020304" pitchFamily="18" charset="0"/>
              </a:rPr>
              <a:t>Sum of total comments by comment_segment</a:t>
            </a:r>
          </a:p>
        </c:rich>
      </c:tx>
      <c:overlay val="0"/>
      <c:spPr>
        <a:noFill/>
        <a:ln>
          <a:noFill/>
        </a:ln>
        <a:effectLst/>
      </c:spPr>
      <c:txPr>
        <a:bodyPr rot="0" spcFirstLastPara="1" vertOverflow="ellipsis" vert="horz" wrap="square" anchor="ctr" anchorCtr="1"/>
        <a:lstStyle/>
        <a:p>
          <a:pPr>
            <a:defRPr sz="15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rgbClr val="002060"/>
            </a:solidFill>
            <a:ln>
              <a:solidFill>
                <a:schemeClr val="tx1"/>
              </a:solidFill>
            </a:ln>
            <a:effectLst/>
          </c:spPr>
          <c:invertIfNegative val="0"/>
          <c:dLbls>
            <c:dLbl>
              <c:idx val="2"/>
              <c:layout>
                <c:manualLayout>
                  <c:x val="1.0794264505802236E-2"/>
                  <c:y val="-1.1856325995678384E-7"/>
                </c:manualLayout>
              </c:layout>
              <c:spPr>
                <a:noFill/>
                <a:ln>
                  <a:no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0373288190075949"/>
                      <c:h val="4.1619023996729544E-2"/>
                    </c:manualLayout>
                  </c15:layout>
                </c:ext>
                <c:ext xmlns:c16="http://schemas.microsoft.com/office/drawing/2014/chart" uri="{C3380CC4-5D6E-409C-BE32-E72D297353CC}">
                  <c16:uniqueId val="{00000000-5E96-4109-916E-15B9EBAB8299}"/>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Sheet1!$A$4:$A$7</c:f>
              <c:strCache>
                <c:ptCount val="4"/>
                <c:pt idx="0">
                  <c:v>zero comments</c:v>
                </c:pt>
                <c:pt idx="1">
                  <c:v>low comments</c:v>
                </c:pt>
                <c:pt idx="2">
                  <c:v>high comments</c:v>
                </c:pt>
                <c:pt idx="3">
                  <c:v>medium comments</c:v>
                </c:pt>
              </c:strCache>
            </c:strRef>
          </c:cat>
          <c:val>
            <c:numRef>
              <c:f>Sheet1!$B$4:$B$7</c:f>
              <c:numCache>
                <c:formatCode>General</c:formatCode>
                <c:ptCount val="4"/>
                <c:pt idx="0">
                  <c:v>0</c:v>
                </c:pt>
                <c:pt idx="1">
                  <c:v>49</c:v>
                </c:pt>
                <c:pt idx="2">
                  <c:v>3341</c:v>
                </c:pt>
                <c:pt idx="3">
                  <c:v>4098</c:v>
                </c:pt>
              </c:numCache>
            </c:numRef>
          </c:val>
          <c:extLst>
            <c:ext xmlns:c16="http://schemas.microsoft.com/office/drawing/2014/chart" uri="{C3380CC4-5D6E-409C-BE32-E72D297353CC}">
              <c16:uniqueId val="{00000001-5E96-4109-916E-15B9EBAB8299}"/>
            </c:ext>
          </c:extLst>
        </c:ser>
        <c:dLbls>
          <c:dLblPos val="outEnd"/>
          <c:showLegendKey val="0"/>
          <c:showVal val="1"/>
          <c:showCatName val="0"/>
          <c:showSerName val="0"/>
          <c:showPercent val="0"/>
          <c:showBubbleSize val="0"/>
        </c:dLbls>
        <c:gapWidth val="219"/>
        <c:overlap val="-27"/>
        <c:axId val="35329055"/>
        <c:axId val="35332415"/>
      </c:barChart>
      <c:catAx>
        <c:axId val="35329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35332415"/>
        <c:crosses val="autoZero"/>
        <c:auto val="1"/>
        <c:lblAlgn val="ctr"/>
        <c:lblOffset val="100"/>
        <c:noMultiLvlLbl val="0"/>
      </c:catAx>
      <c:valAx>
        <c:axId val="35332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35329055"/>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sz="1600">
                <a:solidFill>
                  <a:schemeClr val="accent5">
                    <a:lumMod val="75000"/>
                  </a:schemeClr>
                </a:solidFill>
                <a:latin typeface="Times New Roman" panose="02020603050405020304" pitchFamily="18" charset="0"/>
                <a:cs typeface="Times New Roman" panose="02020603050405020304" pitchFamily="18" charset="0"/>
              </a:rPr>
              <a:t>Engagement Vs Weekday</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bar"/>
        <c:grouping val="clustered"/>
        <c:varyColors val="0"/>
        <c:ser>
          <c:idx val="0"/>
          <c:order val="0"/>
          <c:tx>
            <c:strRef>
              <c:f>records3!$B$10</c:f>
              <c:strCache>
                <c:ptCount val="1"/>
                <c:pt idx="0">
                  <c:v>engagement</c:v>
                </c:pt>
              </c:strCache>
            </c:strRef>
          </c:tx>
          <c:spPr>
            <a:solidFill>
              <a:srgbClr val="002060"/>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records3!$A$11:$A$17</c:f>
              <c:strCache>
                <c:ptCount val="7"/>
                <c:pt idx="0">
                  <c:v>Thursday</c:v>
                </c:pt>
                <c:pt idx="1">
                  <c:v>Wednesday</c:v>
                </c:pt>
                <c:pt idx="2">
                  <c:v>Friday</c:v>
                </c:pt>
                <c:pt idx="3">
                  <c:v>Monday</c:v>
                </c:pt>
                <c:pt idx="4">
                  <c:v>Sunday</c:v>
                </c:pt>
                <c:pt idx="5">
                  <c:v>Tuesday</c:v>
                </c:pt>
                <c:pt idx="6">
                  <c:v>Saturday</c:v>
                </c:pt>
              </c:strCache>
            </c:strRef>
          </c:cat>
          <c:val>
            <c:numRef>
              <c:f>records3!$B$11:$B$17</c:f>
              <c:numCache>
                <c:formatCode>General</c:formatCode>
                <c:ptCount val="7"/>
                <c:pt idx="0">
                  <c:v>1727</c:v>
                </c:pt>
                <c:pt idx="1">
                  <c:v>1571</c:v>
                </c:pt>
                <c:pt idx="2">
                  <c:v>1430</c:v>
                </c:pt>
                <c:pt idx="3">
                  <c:v>1354</c:v>
                </c:pt>
                <c:pt idx="4">
                  <c:v>1198</c:v>
                </c:pt>
                <c:pt idx="5">
                  <c:v>1144</c:v>
                </c:pt>
                <c:pt idx="6">
                  <c:v>1120</c:v>
                </c:pt>
              </c:numCache>
            </c:numRef>
          </c:val>
          <c:extLst>
            <c:ext xmlns:c16="http://schemas.microsoft.com/office/drawing/2014/chart" uri="{C3380CC4-5D6E-409C-BE32-E72D297353CC}">
              <c16:uniqueId val="{00000000-91A4-4D8E-9D91-F6E084132E36}"/>
            </c:ext>
          </c:extLst>
        </c:ser>
        <c:dLbls>
          <c:dLblPos val="outEnd"/>
          <c:showLegendKey val="0"/>
          <c:showVal val="1"/>
          <c:showCatName val="0"/>
          <c:showSerName val="0"/>
          <c:showPercent val="0"/>
          <c:showBubbleSize val="0"/>
        </c:dLbls>
        <c:gapWidth val="182"/>
        <c:axId val="87152239"/>
        <c:axId val="87152719"/>
      </c:barChart>
      <c:catAx>
        <c:axId val="8715223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87152719"/>
        <c:crosses val="autoZero"/>
        <c:auto val="1"/>
        <c:lblAlgn val="ctr"/>
        <c:lblOffset val="100"/>
        <c:noMultiLvlLbl val="0"/>
      </c:catAx>
      <c:valAx>
        <c:axId val="8715271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871522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a:solidFill>
                  <a:schemeClr val="accent5">
                    <a:lumMod val="75000"/>
                  </a:schemeClr>
                </a:solidFill>
                <a:latin typeface="Times New Roman" panose="02020603050405020304" pitchFamily="18" charset="0"/>
                <a:cs typeface="Times New Roman" panose="02020603050405020304" pitchFamily="18" charset="0"/>
              </a:rPr>
              <a:t>Hours Vs Engagement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records4!$B$1</c:f>
              <c:strCache>
                <c:ptCount val="1"/>
                <c:pt idx="0">
                  <c:v>engagement</c:v>
                </c:pt>
              </c:strCache>
            </c:strRef>
          </c:tx>
          <c:spPr>
            <a:solidFill>
              <a:srgbClr val="002060"/>
            </a:solidFill>
            <a:ln>
              <a:solidFill>
                <a:schemeClr val="tx1"/>
              </a:solidFill>
            </a:ln>
            <a:effectLst/>
          </c:spPr>
          <c:invertIfNegative val="0"/>
          <c:dLbls>
            <c:dLbl>
              <c:idx val="9"/>
              <c:layout>
                <c:manualLayout>
                  <c:x val="2.7222491350964361E-3"/>
                  <c:y val="-4.47113729053921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D8-4119-A7AB-2A9A7AB57C28}"/>
                </c:ext>
              </c:extLst>
            </c:dLbl>
            <c:dLbl>
              <c:idx val="11"/>
              <c:layout>
                <c:manualLayout>
                  <c:x val="-2.1777993080771489E-2"/>
                  <c:y val="-0.11177843226348035"/>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0D8-4119-A7AB-2A9A7AB57C2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records4!$A$2:$A$24</c:f>
              <c:numCache>
                <c:formatCode>General</c:formatCode>
                <c:ptCount val="23"/>
                <c:pt idx="0">
                  <c:v>23</c:v>
                </c:pt>
                <c:pt idx="1">
                  <c:v>22</c:v>
                </c:pt>
                <c:pt idx="2">
                  <c:v>21</c:v>
                </c:pt>
                <c:pt idx="3">
                  <c:v>20</c:v>
                </c:pt>
                <c:pt idx="4">
                  <c:v>19</c:v>
                </c:pt>
                <c:pt idx="5">
                  <c:v>18</c:v>
                </c:pt>
                <c:pt idx="6">
                  <c:v>17</c:v>
                </c:pt>
                <c:pt idx="7">
                  <c:v>16</c:v>
                </c:pt>
                <c:pt idx="8">
                  <c:v>15</c:v>
                </c:pt>
                <c:pt idx="9">
                  <c:v>14</c:v>
                </c:pt>
                <c:pt idx="10">
                  <c:v>13</c:v>
                </c:pt>
                <c:pt idx="11">
                  <c:v>12</c:v>
                </c:pt>
                <c:pt idx="12">
                  <c:v>11</c:v>
                </c:pt>
                <c:pt idx="13">
                  <c:v>10</c:v>
                </c:pt>
                <c:pt idx="14">
                  <c:v>9</c:v>
                </c:pt>
                <c:pt idx="15">
                  <c:v>7</c:v>
                </c:pt>
                <c:pt idx="16">
                  <c:v>6</c:v>
                </c:pt>
                <c:pt idx="17">
                  <c:v>5</c:v>
                </c:pt>
                <c:pt idx="18">
                  <c:v>4</c:v>
                </c:pt>
                <c:pt idx="19">
                  <c:v>3</c:v>
                </c:pt>
                <c:pt idx="20">
                  <c:v>2</c:v>
                </c:pt>
                <c:pt idx="21">
                  <c:v>1</c:v>
                </c:pt>
                <c:pt idx="22">
                  <c:v>0</c:v>
                </c:pt>
              </c:numCache>
            </c:numRef>
          </c:cat>
          <c:val>
            <c:numRef>
              <c:f>records4!$B$2:$B$24</c:f>
              <c:numCache>
                <c:formatCode>General</c:formatCode>
                <c:ptCount val="23"/>
                <c:pt idx="0">
                  <c:v>1249</c:v>
                </c:pt>
                <c:pt idx="1">
                  <c:v>507</c:v>
                </c:pt>
                <c:pt idx="2">
                  <c:v>475</c:v>
                </c:pt>
                <c:pt idx="3">
                  <c:v>155</c:v>
                </c:pt>
                <c:pt idx="4">
                  <c:v>466</c:v>
                </c:pt>
                <c:pt idx="5">
                  <c:v>552</c:v>
                </c:pt>
                <c:pt idx="6">
                  <c:v>1120</c:v>
                </c:pt>
                <c:pt idx="7">
                  <c:v>276</c:v>
                </c:pt>
                <c:pt idx="8">
                  <c:v>831</c:v>
                </c:pt>
                <c:pt idx="9">
                  <c:v>418</c:v>
                </c:pt>
                <c:pt idx="10">
                  <c:v>387</c:v>
                </c:pt>
                <c:pt idx="11">
                  <c:v>397</c:v>
                </c:pt>
                <c:pt idx="12">
                  <c:v>797</c:v>
                </c:pt>
                <c:pt idx="13">
                  <c:v>6</c:v>
                </c:pt>
                <c:pt idx="14">
                  <c:v>720</c:v>
                </c:pt>
                <c:pt idx="15">
                  <c:v>547</c:v>
                </c:pt>
                <c:pt idx="16">
                  <c:v>8</c:v>
                </c:pt>
                <c:pt idx="17">
                  <c:v>575</c:v>
                </c:pt>
                <c:pt idx="18">
                  <c:v>514</c:v>
                </c:pt>
                <c:pt idx="19">
                  <c:v>455</c:v>
                </c:pt>
                <c:pt idx="20">
                  <c:v>712</c:v>
                </c:pt>
                <c:pt idx="21">
                  <c:v>802</c:v>
                </c:pt>
                <c:pt idx="22">
                  <c:v>276</c:v>
                </c:pt>
              </c:numCache>
            </c:numRef>
          </c:val>
          <c:extLst>
            <c:ext xmlns:c16="http://schemas.microsoft.com/office/drawing/2014/chart" uri="{C3380CC4-5D6E-409C-BE32-E72D297353CC}">
              <c16:uniqueId val="{00000002-20D8-4119-A7AB-2A9A7AB57C28}"/>
            </c:ext>
          </c:extLst>
        </c:ser>
        <c:dLbls>
          <c:dLblPos val="outEnd"/>
          <c:showLegendKey val="0"/>
          <c:showVal val="1"/>
          <c:showCatName val="0"/>
          <c:showSerName val="0"/>
          <c:showPercent val="0"/>
          <c:showBubbleSize val="0"/>
        </c:dLbls>
        <c:gapWidth val="150"/>
        <c:axId val="181587887"/>
        <c:axId val="181594607"/>
      </c:barChart>
      <c:catAx>
        <c:axId val="181587887"/>
        <c:scaling>
          <c:orientation val="minMax"/>
        </c:scaling>
        <c:delete val="0"/>
        <c:axPos val="b"/>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81594607"/>
        <c:crosses val="autoZero"/>
        <c:auto val="1"/>
        <c:lblAlgn val="ctr"/>
        <c:lblOffset val="100"/>
        <c:noMultiLvlLbl val="0"/>
      </c:catAx>
      <c:valAx>
        <c:axId val="181594607"/>
        <c:scaling>
          <c:orientation val="minMax"/>
        </c:scaling>
        <c:delete val="0"/>
        <c:axPos val="l"/>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81587887"/>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[records   334.csv]records   334!PivotTable23</c:name>
    <c:fmtId val="-1"/>
  </c:pivotSource>
  <c:chart>
    <c:title>
      <c:tx>
        <c:rich>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a:solidFill>
                  <a:schemeClr val="accent5">
                    <a:lumMod val="75000"/>
                  </a:schemeClr>
                </a:solidFill>
                <a:latin typeface="Times New Roman" panose="02020603050405020304" pitchFamily="18" charset="0"/>
                <a:cs typeface="Times New Roman" panose="02020603050405020304" pitchFamily="18" charset="0"/>
              </a:rPr>
              <a:t>Avg_Engagement vs Tag_name</a:t>
            </a:r>
            <a:r>
              <a:rPr lang="en-US" baseline="0">
                <a:solidFill>
                  <a:schemeClr val="accent5">
                    <a:lumMod val="75000"/>
                  </a:schemeClr>
                </a:solidFill>
                <a:latin typeface="Times New Roman" panose="02020603050405020304" pitchFamily="18" charset="0"/>
                <a:cs typeface="Times New Roman" panose="02020603050405020304" pitchFamily="18" charset="0"/>
              </a:rPr>
              <a:t> </a:t>
            </a:r>
            <a:endParaRPr lang="en-US">
              <a:solidFill>
                <a:schemeClr val="accent5">
                  <a:lumMod val="75000"/>
                </a:schemeClr>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'records   334'!$J$5</c:f>
              <c:strCache>
                <c:ptCount val="1"/>
                <c:pt idx="0">
                  <c:v>Total</c:v>
                </c:pt>
              </c:strCache>
            </c:strRef>
          </c:tx>
          <c:spPr>
            <a:solidFill>
              <a:srgbClr val="002060"/>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'records   334'!$I$6:$I$27</c:f>
              <c:strCache>
                <c:ptCount val="21"/>
                <c:pt idx="0">
                  <c:v>delicious</c:v>
                </c:pt>
                <c:pt idx="1">
                  <c:v>food</c:v>
                </c:pt>
                <c:pt idx="2">
                  <c:v>sunset</c:v>
                </c:pt>
                <c:pt idx="3">
                  <c:v>beauty</c:v>
                </c:pt>
                <c:pt idx="4">
                  <c:v>foodie</c:v>
                </c:pt>
                <c:pt idx="5">
                  <c:v>landscape</c:v>
                </c:pt>
                <c:pt idx="6">
                  <c:v>party</c:v>
                </c:pt>
                <c:pt idx="7">
                  <c:v>photography</c:v>
                </c:pt>
                <c:pt idx="8">
                  <c:v>stunning</c:v>
                </c:pt>
                <c:pt idx="9">
                  <c:v>smile</c:v>
                </c:pt>
                <c:pt idx="10">
                  <c:v>sunrise</c:v>
                </c:pt>
                <c:pt idx="11">
                  <c:v>drunk</c:v>
                </c:pt>
                <c:pt idx="12">
                  <c:v>beach</c:v>
                </c:pt>
                <c:pt idx="13">
                  <c:v>fashion</c:v>
                </c:pt>
                <c:pt idx="14">
                  <c:v>style</c:v>
                </c:pt>
                <c:pt idx="15">
                  <c:v>lol</c:v>
                </c:pt>
                <c:pt idx="16">
                  <c:v>fun</c:v>
                </c:pt>
                <c:pt idx="17">
                  <c:v>happy</c:v>
                </c:pt>
                <c:pt idx="18">
                  <c:v>hair</c:v>
                </c:pt>
                <c:pt idx="19">
                  <c:v>concert</c:v>
                </c:pt>
                <c:pt idx="20">
                  <c:v>dreamy</c:v>
                </c:pt>
              </c:strCache>
            </c:strRef>
          </c:cat>
          <c:val>
            <c:numRef>
              <c:f>'records   334'!$J$6:$J$27</c:f>
              <c:numCache>
                <c:formatCode>0</c:formatCode>
                <c:ptCount val="21"/>
                <c:pt idx="0">
                  <c:v>31.33</c:v>
                </c:pt>
                <c:pt idx="1">
                  <c:v>31.29</c:v>
                </c:pt>
                <c:pt idx="2">
                  <c:v>31.21</c:v>
                </c:pt>
                <c:pt idx="3">
                  <c:v>31.2</c:v>
                </c:pt>
                <c:pt idx="4">
                  <c:v>30.91</c:v>
                </c:pt>
                <c:pt idx="5">
                  <c:v>30.71</c:v>
                </c:pt>
                <c:pt idx="6">
                  <c:v>30.51</c:v>
                </c:pt>
                <c:pt idx="7">
                  <c:v>30.5</c:v>
                </c:pt>
                <c:pt idx="8">
                  <c:v>30.31</c:v>
                </c:pt>
                <c:pt idx="9">
                  <c:v>30.24</c:v>
                </c:pt>
                <c:pt idx="10">
                  <c:v>30.24</c:v>
                </c:pt>
                <c:pt idx="11">
                  <c:v>30</c:v>
                </c:pt>
                <c:pt idx="12">
                  <c:v>29.95</c:v>
                </c:pt>
                <c:pt idx="13">
                  <c:v>29.84</c:v>
                </c:pt>
                <c:pt idx="14">
                  <c:v>29.82</c:v>
                </c:pt>
                <c:pt idx="15">
                  <c:v>29.79</c:v>
                </c:pt>
                <c:pt idx="16">
                  <c:v>29.66</c:v>
                </c:pt>
                <c:pt idx="17">
                  <c:v>29.41</c:v>
                </c:pt>
                <c:pt idx="18">
                  <c:v>29.35</c:v>
                </c:pt>
                <c:pt idx="19">
                  <c:v>29.17</c:v>
                </c:pt>
                <c:pt idx="20">
                  <c:v>29.15</c:v>
                </c:pt>
              </c:numCache>
            </c:numRef>
          </c:val>
          <c:extLst>
            <c:ext xmlns:c16="http://schemas.microsoft.com/office/drawing/2014/chart" uri="{C3380CC4-5D6E-409C-BE32-E72D297353CC}">
              <c16:uniqueId val="{00000000-8B36-47E9-B013-D61E65B7D399}"/>
            </c:ext>
          </c:extLst>
        </c:ser>
        <c:dLbls>
          <c:dLblPos val="outEnd"/>
          <c:showLegendKey val="0"/>
          <c:showVal val="1"/>
          <c:showCatName val="0"/>
          <c:showSerName val="0"/>
          <c:showPercent val="0"/>
          <c:showBubbleSize val="0"/>
        </c:dLbls>
        <c:gapWidth val="219"/>
        <c:overlap val="-27"/>
        <c:axId val="181587887"/>
        <c:axId val="181590287"/>
      </c:barChart>
      <c:catAx>
        <c:axId val="181587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81590287"/>
        <c:crosses val="autoZero"/>
        <c:auto val="1"/>
        <c:lblAlgn val="ctr"/>
        <c:lblOffset val="100"/>
        <c:noMultiLvlLbl val="0"/>
      </c:catAx>
      <c:valAx>
        <c:axId val="18159028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crossAx val="1815878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image" Target="../media/image19.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40725C-E6F7-40B9-B127-B8F44BC6042F}" type="doc">
      <dgm:prSet loTypeId="urn:microsoft.com/office/officeart/2005/8/layout/radial4" loCatId="relationship" qsTypeId="urn:microsoft.com/office/officeart/2005/8/quickstyle/simple1" qsCatId="simple" csTypeId="urn:microsoft.com/office/officeart/2005/8/colors/accent0_1" csCatId="mainScheme" phldr="1"/>
      <dgm:spPr/>
      <dgm:t>
        <a:bodyPr/>
        <a:lstStyle/>
        <a:p>
          <a:endParaRPr lang="en-IN"/>
        </a:p>
      </dgm:t>
    </dgm:pt>
    <dgm:pt modelId="{9C3DA5FE-D009-4817-8C68-CAAD29DA9AD3}">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7 related tables containing Instagram post data</a:t>
          </a:r>
        </a:p>
      </dgm:t>
    </dgm:pt>
    <dgm:pt modelId="{B0C8126F-D8DD-4644-A730-850507685062}" type="parTrans" cxnId="{D8271BA2-F5A5-4A89-917E-91CB5BC4AC3B}">
      <dgm:prSet/>
      <dgm:spPr/>
      <dgm:t>
        <a:bodyPr/>
        <a:lstStyle/>
        <a:p>
          <a:endParaRPr lang="en-IN"/>
        </a:p>
      </dgm:t>
    </dgm:pt>
    <dgm:pt modelId="{B609DDAF-6BB2-48CD-B445-F432838051E6}" type="sibTrans" cxnId="{D8271BA2-F5A5-4A89-917E-91CB5BC4AC3B}">
      <dgm:prSet/>
      <dgm:spPr/>
      <dgm:t>
        <a:bodyPr/>
        <a:lstStyle/>
        <a:p>
          <a:endParaRPr lang="en-IN"/>
        </a:p>
      </dgm:t>
    </dgm:pt>
    <dgm:pt modelId="{4DEEA88F-6852-413B-B042-8BBAC42124EE}">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100 </a:t>
          </a:r>
        </a:p>
        <a:p>
          <a:r>
            <a:rPr lang="en-IN" b="1" dirty="0">
              <a:solidFill>
                <a:schemeClr val="accent5">
                  <a:lumMod val="75000"/>
                </a:schemeClr>
              </a:solidFill>
              <a:latin typeface="Times New Roman" panose="02020603050405020304" pitchFamily="18" charset="0"/>
              <a:cs typeface="Times New Roman" panose="02020603050405020304" pitchFamily="18" charset="0"/>
            </a:rPr>
            <a:t>users</a:t>
          </a:r>
        </a:p>
        <a:p>
          <a:endParaRPr lang="en-IN" dirty="0"/>
        </a:p>
      </dgm:t>
    </dgm:pt>
    <dgm:pt modelId="{9BB15195-C092-4505-9970-0E5E79B6305A}" type="parTrans" cxnId="{DA0C046A-5DAA-4238-903D-BAC1C8F937D6}">
      <dgm:prSet/>
      <dgm:spPr>
        <a:ln>
          <a:solidFill>
            <a:schemeClr val="tx1"/>
          </a:solidFill>
        </a:ln>
      </dgm:spPr>
      <dgm:t>
        <a:bodyPr/>
        <a:lstStyle/>
        <a:p>
          <a:endParaRPr lang="en-IN"/>
        </a:p>
      </dgm:t>
    </dgm:pt>
    <dgm:pt modelId="{4FCCA434-61FB-4A39-A87C-DFBBF6F266AE}" type="sibTrans" cxnId="{DA0C046A-5DAA-4238-903D-BAC1C8F937D6}">
      <dgm:prSet/>
      <dgm:spPr/>
      <dgm:t>
        <a:bodyPr/>
        <a:lstStyle/>
        <a:p>
          <a:endParaRPr lang="en-IN"/>
        </a:p>
      </dgm:t>
    </dgm:pt>
    <dgm:pt modelId="{A8E26297-4C53-4D4B-AC41-5FA69A817D4F}">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7623 follows</a:t>
          </a:r>
        </a:p>
      </dgm:t>
    </dgm:pt>
    <dgm:pt modelId="{3681FC67-6118-4D6D-B085-F60270874EB9}" type="parTrans" cxnId="{14DD4F47-55F1-4946-BC33-F5E72754B243}">
      <dgm:prSet/>
      <dgm:spPr>
        <a:ln>
          <a:solidFill>
            <a:schemeClr val="tx1"/>
          </a:solidFill>
        </a:ln>
      </dgm:spPr>
      <dgm:t>
        <a:bodyPr/>
        <a:lstStyle/>
        <a:p>
          <a:endParaRPr lang="en-IN"/>
        </a:p>
      </dgm:t>
    </dgm:pt>
    <dgm:pt modelId="{069C48F6-0A91-4B67-A7F4-28E97672A2CB}" type="sibTrans" cxnId="{14DD4F47-55F1-4946-BC33-F5E72754B243}">
      <dgm:prSet/>
      <dgm:spPr/>
      <dgm:t>
        <a:bodyPr/>
        <a:lstStyle/>
        <a:p>
          <a:endParaRPr lang="en-IN"/>
        </a:p>
      </dgm:t>
    </dgm:pt>
    <dgm:pt modelId="{F36948E7-B5F1-45FC-998C-7A4E6ADF96D5}">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257 photos posts</a:t>
          </a:r>
        </a:p>
      </dgm:t>
    </dgm:pt>
    <dgm:pt modelId="{3BB6E621-58AA-46B7-9B68-AC7FF3D804BF}" type="parTrans" cxnId="{5162171F-B4B8-400D-B60D-E9213048B1F6}">
      <dgm:prSet/>
      <dgm:spPr>
        <a:ln>
          <a:solidFill>
            <a:schemeClr val="tx1"/>
          </a:solidFill>
        </a:ln>
      </dgm:spPr>
      <dgm:t>
        <a:bodyPr/>
        <a:lstStyle/>
        <a:p>
          <a:endParaRPr lang="en-IN"/>
        </a:p>
      </dgm:t>
    </dgm:pt>
    <dgm:pt modelId="{623490E3-E997-47EC-B414-04E14C1FA99D}" type="sibTrans" cxnId="{5162171F-B4B8-400D-B60D-E9213048B1F6}">
      <dgm:prSet/>
      <dgm:spPr/>
      <dgm:t>
        <a:bodyPr/>
        <a:lstStyle/>
        <a:p>
          <a:endParaRPr lang="en-IN"/>
        </a:p>
      </dgm:t>
    </dgm:pt>
    <dgm:pt modelId="{D837E084-B710-46BE-A616-904A3960233C}">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501 </a:t>
          </a:r>
          <a:r>
            <a:rPr lang="en-IN" b="1" dirty="0" err="1">
              <a:solidFill>
                <a:schemeClr val="accent5">
                  <a:lumMod val="75000"/>
                </a:schemeClr>
              </a:solidFill>
              <a:latin typeface="Times New Roman" panose="02020603050405020304" pitchFamily="18" charset="0"/>
              <a:cs typeface="Times New Roman" panose="02020603050405020304" pitchFamily="18" charset="0"/>
            </a:rPr>
            <a:t>photo_tags</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dgm:t>
    </dgm:pt>
    <dgm:pt modelId="{1B6D80B2-3752-4BA0-9DC6-CA7AA4CC635C}" type="parTrans" cxnId="{1DDA032F-6210-4C01-86A1-0C27BE1032BB}">
      <dgm:prSet/>
      <dgm:spPr>
        <a:ln>
          <a:solidFill>
            <a:schemeClr val="tx1"/>
          </a:solidFill>
        </a:ln>
      </dgm:spPr>
      <dgm:t>
        <a:bodyPr/>
        <a:lstStyle/>
        <a:p>
          <a:endParaRPr lang="en-IN"/>
        </a:p>
      </dgm:t>
    </dgm:pt>
    <dgm:pt modelId="{3BFC1CCB-7A0E-4030-AA2C-952BB8D8740A}" type="sibTrans" cxnId="{1DDA032F-6210-4C01-86A1-0C27BE1032BB}">
      <dgm:prSet/>
      <dgm:spPr/>
      <dgm:t>
        <a:bodyPr/>
        <a:lstStyle/>
        <a:p>
          <a:endParaRPr lang="en-IN"/>
        </a:p>
      </dgm:t>
    </dgm:pt>
    <dgm:pt modelId="{0915681E-623B-4021-AC02-62BDC5991BB8}">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8782 likes</a:t>
          </a:r>
        </a:p>
        <a:p>
          <a:r>
            <a:rPr lang="en-IN" b="1" dirty="0">
              <a:solidFill>
                <a:schemeClr val="accent5">
                  <a:lumMod val="75000"/>
                </a:schemeClr>
              </a:solidFill>
              <a:latin typeface="Times New Roman" panose="02020603050405020304" pitchFamily="18" charset="0"/>
              <a:cs typeface="Times New Roman" panose="02020603050405020304" pitchFamily="18" charset="0"/>
            </a:rPr>
            <a:t>on photos</a:t>
          </a:r>
        </a:p>
      </dgm:t>
    </dgm:pt>
    <dgm:pt modelId="{58CCD486-63D6-4DE1-AE55-F18F4818852D}" type="parTrans" cxnId="{80AECA1D-D686-4D42-B71C-808928341DBD}">
      <dgm:prSet/>
      <dgm:spPr>
        <a:ln>
          <a:solidFill>
            <a:schemeClr val="tx1"/>
          </a:solidFill>
        </a:ln>
      </dgm:spPr>
      <dgm:t>
        <a:bodyPr/>
        <a:lstStyle/>
        <a:p>
          <a:endParaRPr lang="en-IN"/>
        </a:p>
      </dgm:t>
    </dgm:pt>
    <dgm:pt modelId="{7B82A010-B8BE-4983-BBD4-2283B95BF5C0}" type="sibTrans" cxnId="{80AECA1D-D686-4D42-B71C-808928341DBD}">
      <dgm:prSet/>
      <dgm:spPr/>
      <dgm:t>
        <a:bodyPr/>
        <a:lstStyle/>
        <a:p>
          <a:endParaRPr lang="en-IN"/>
        </a:p>
      </dgm:t>
    </dgm:pt>
    <dgm:pt modelId="{9CF886C0-6B34-4F79-BEA9-D519CD56BA32}">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7488 comments</a:t>
          </a:r>
        </a:p>
      </dgm:t>
    </dgm:pt>
    <dgm:pt modelId="{8CB530FC-301D-4DE2-A351-5AE88670668E}" type="parTrans" cxnId="{BC88B8AC-D877-4D4E-98FB-2F70E2B1D616}">
      <dgm:prSet/>
      <dgm:spPr>
        <a:ln>
          <a:solidFill>
            <a:schemeClr val="tx1"/>
          </a:solidFill>
        </a:ln>
      </dgm:spPr>
      <dgm:t>
        <a:bodyPr/>
        <a:lstStyle/>
        <a:p>
          <a:endParaRPr lang="en-IN"/>
        </a:p>
      </dgm:t>
    </dgm:pt>
    <dgm:pt modelId="{58DD34FB-6F07-42D5-BE46-4147650F5895}" type="sibTrans" cxnId="{BC88B8AC-D877-4D4E-98FB-2F70E2B1D616}">
      <dgm:prSet/>
      <dgm:spPr/>
      <dgm:t>
        <a:bodyPr/>
        <a:lstStyle/>
        <a:p>
          <a:endParaRPr lang="en-IN"/>
        </a:p>
      </dgm:t>
    </dgm:pt>
    <dgm:pt modelId="{726C3E05-358D-43EC-A6CA-50F209818C4A}">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21 tags</a:t>
          </a:r>
        </a:p>
      </dgm:t>
    </dgm:pt>
    <dgm:pt modelId="{5C8D2A1C-575D-4509-A7E9-9839B6A47336}" type="parTrans" cxnId="{6A467010-631D-4E0E-B3A5-385209997706}">
      <dgm:prSet/>
      <dgm:spPr>
        <a:ln>
          <a:solidFill>
            <a:schemeClr val="tx1"/>
          </a:solidFill>
        </a:ln>
      </dgm:spPr>
      <dgm:t>
        <a:bodyPr/>
        <a:lstStyle/>
        <a:p>
          <a:endParaRPr lang="en-IN"/>
        </a:p>
      </dgm:t>
    </dgm:pt>
    <dgm:pt modelId="{746424DA-CDA6-4722-8C9A-D48D7895ED3D}" type="sibTrans" cxnId="{6A467010-631D-4E0E-B3A5-385209997706}">
      <dgm:prSet/>
      <dgm:spPr/>
      <dgm:t>
        <a:bodyPr/>
        <a:lstStyle/>
        <a:p>
          <a:endParaRPr lang="en-IN"/>
        </a:p>
      </dgm:t>
    </dgm:pt>
    <dgm:pt modelId="{D3301194-378F-4EB8-AF78-B0C3A5613DBE}" type="pres">
      <dgm:prSet presAssocID="{8540725C-E6F7-40B9-B127-B8F44BC6042F}" presName="cycle" presStyleCnt="0">
        <dgm:presLayoutVars>
          <dgm:chMax val="1"/>
          <dgm:dir/>
          <dgm:animLvl val="ctr"/>
          <dgm:resizeHandles val="exact"/>
        </dgm:presLayoutVars>
      </dgm:prSet>
      <dgm:spPr/>
    </dgm:pt>
    <dgm:pt modelId="{B5382AAC-2B96-4F5F-BF6B-A780B8322660}" type="pres">
      <dgm:prSet presAssocID="{9C3DA5FE-D009-4817-8C68-CAAD29DA9AD3}" presName="centerShape" presStyleLbl="node0" presStyleIdx="0" presStyleCnt="1"/>
      <dgm:spPr/>
    </dgm:pt>
    <dgm:pt modelId="{3D7D712C-4DCE-413A-9C69-B4C299DACA48}" type="pres">
      <dgm:prSet presAssocID="{9BB15195-C092-4505-9970-0E5E79B6305A}" presName="parTrans" presStyleLbl="bgSibTrans2D1" presStyleIdx="0" presStyleCnt="7"/>
      <dgm:spPr/>
    </dgm:pt>
    <dgm:pt modelId="{669A157D-4B20-448B-AB3A-145604596C06}" type="pres">
      <dgm:prSet presAssocID="{4DEEA88F-6852-413B-B042-8BBAC42124EE}" presName="node" presStyleLbl="node1" presStyleIdx="0" presStyleCnt="7">
        <dgm:presLayoutVars>
          <dgm:bulletEnabled val="1"/>
        </dgm:presLayoutVars>
      </dgm:prSet>
      <dgm:spPr/>
    </dgm:pt>
    <dgm:pt modelId="{B58E5224-2022-4357-BB7D-0D39AF9EDA18}" type="pres">
      <dgm:prSet presAssocID="{3681FC67-6118-4D6D-B085-F60270874EB9}" presName="parTrans" presStyleLbl="bgSibTrans2D1" presStyleIdx="1" presStyleCnt="7"/>
      <dgm:spPr/>
    </dgm:pt>
    <dgm:pt modelId="{05D6DF84-F40D-4367-9B3B-DB039319187D}" type="pres">
      <dgm:prSet presAssocID="{A8E26297-4C53-4D4B-AC41-5FA69A817D4F}" presName="node" presStyleLbl="node1" presStyleIdx="1" presStyleCnt="7">
        <dgm:presLayoutVars>
          <dgm:bulletEnabled val="1"/>
        </dgm:presLayoutVars>
      </dgm:prSet>
      <dgm:spPr/>
    </dgm:pt>
    <dgm:pt modelId="{8BB48CA8-B6AF-4B33-B829-B6FB92521625}" type="pres">
      <dgm:prSet presAssocID="{3BB6E621-58AA-46B7-9B68-AC7FF3D804BF}" presName="parTrans" presStyleLbl="bgSibTrans2D1" presStyleIdx="2" presStyleCnt="7"/>
      <dgm:spPr/>
    </dgm:pt>
    <dgm:pt modelId="{2692544B-C47A-4E31-825F-70FB907ACB20}" type="pres">
      <dgm:prSet presAssocID="{F36948E7-B5F1-45FC-998C-7A4E6ADF96D5}" presName="node" presStyleLbl="node1" presStyleIdx="2" presStyleCnt="7">
        <dgm:presLayoutVars>
          <dgm:bulletEnabled val="1"/>
        </dgm:presLayoutVars>
      </dgm:prSet>
      <dgm:spPr/>
    </dgm:pt>
    <dgm:pt modelId="{1E1E476B-5FC9-4ED1-827F-D69D10526167}" type="pres">
      <dgm:prSet presAssocID="{58CCD486-63D6-4DE1-AE55-F18F4818852D}" presName="parTrans" presStyleLbl="bgSibTrans2D1" presStyleIdx="3" presStyleCnt="7"/>
      <dgm:spPr/>
    </dgm:pt>
    <dgm:pt modelId="{BD12F6F4-A74D-4D85-8D50-086283AF49F6}" type="pres">
      <dgm:prSet presAssocID="{0915681E-623B-4021-AC02-62BDC5991BB8}" presName="node" presStyleLbl="node1" presStyleIdx="3" presStyleCnt="7">
        <dgm:presLayoutVars>
          <dgm:bulletEnabled val="1"/>
        </dgm:presLayoutVars>
      </dgm:prSet>
      <dgm:spPr/>
    </dgm:pt>
    <dgm:pt modelId="{E4EC2BBE-AE21-4359-9683-084036136716}" type="pres">
      <dgm:prSet presAssocID="{8CB530FC-301D-4DE2-A351-5AE88670668E}" presName="parTrans" presStyleLbl="bgSibTrans2D1" presStyleIdx="4" presStyleCnt="7"/>
      <dgm:spPr/>
    </dgm:pt>
    <dgm:pt modelId="{540CA245-B189-40F6-87B0-62DC371A88D1}" type="pres">
      <dgm:prSet presAssocID="{9CF886C0-6B34-4F79-BEA9-D519CD56BA32}" presName="node" presStyleLbl="node1" presStyleIdx="4" presStyleCnt="7">
        <dgm:presLayoutVars>
          <dgm:bulletEnabled val="1"/>
        </dgm:presLayoutVars>
      </dgm:prSet>
      <dgm:spPr/>
    </dgm:pt>
    <dgm:pt modelId="{C8BE880C-149D-4A64-A2AE-DB5FC3152443}" type="pres">
      <dgm:prSet presAssocID="{5C8D2A1C-575D-4509-A7E9-9839B6A47336}" presName="parTrans" presStyleLbl="bgSibTrans2D1" presStyleIdx="5" presStyleCnt="7"/>
      <dgm:spPr/>
    </dgm:pt>
    <dgm:pt modelId="{96499DB5-D0BB-49CD-A8D5-0D30A9BB3BA7}" type="pres">
      <dgm:prSet presAssocID="{726C3E05-358D-43EC-A6CA-50F209818C4A}" presName="node" presStyleLbl="node1" presStyleIdx="5" presStyleCnt="7">
        <dgm:presLayoutVars>
          <dgm:bulletEnabled val="1"/>
        </dgm:presLayoutVars>
      </dgm:prSet>
      <dgm:spPr/>
    </dgm:pt>
    <dgm:pt modelId="{CDFC44AB-894A-49BE-8A64-5E5E6D81F52B}" type="pres">
      <dgm:prSet presAssocID="{1B6D80B2-3752-4BA0-9DC6-CA7AA4CC635C}" presName="parTrans" presStyleLbl="bgSibTrans2D1" presStyleIdx="6" presStyleCnt="7"/>
      <dgm:spPr/>
    </dgm:pt>
    <dgm:pt modelId="{BCA166AC-0CD8-4F15-9D4A-4B272FF9AEBF}" type="pres">
      <dgm:prSet presAssocID="{D837E084-B710-46BE-A616-904A3960233C}" presName="node" presStyleLbl="node1" presStyleIdx="6" presStyleCnt="7">
        <dgm:presLayoutVars>
          <dgm:bulletEnabled val="1"/>
        </dgm:presLayoutVars>
      </dgm:prSet>
      <dgm:spPr/>
    </dgm:pt>
  </dgm:ptLst>
  <dgm:cxnLst>
    <dgm:cxn modelId="{62F4520C-1768-40AB-B8A0-0D8C7525CE20}" type="presOf" srcId="{F36948E7-B5F1-45FC-998C-7A4E6ADF96D5}" destId="{2692544B-C47A-4E31-825F-70FB907ACB20}" srcOrd="0" destOrd="0" presId="urn:microsoft.com/office/officeart/2005/8/layout/radial4"/>
    <dgm:cxn modelId="{6A467010-631D-4E0E-B3A5-385209997706}" srcId="{9C3DA5FE-D009-4817-8C68-CAAD29DA9AD3}" destId="{726C3E05-358D-43EC-A6CA-50F209818C4A}" srcOrd="5" destOrd="0" parTransId="{5C8D2A1C-575D-4509-A7E9-9839B6A47336}" sibTransId="{746424DA-CDA6-4722-8C9A-D48D7895ED3D}"/>
    <dgm:cxn modelId="{80AECA1D-D686-4D42-B71C-808928341DBD}" srcId="{9C3DA5FE-D009-4817-8C68-CAAD29DA9AD3}" destId="{0915681E-623B-4021-AC02-62BDC5991BB8}" srcOrd="3" destOrd="0" parTransId="{58CCD486-63D6-4DE1-AE55-F18F4818852D}" sibTransId="{7B82A010-B8BE-4983-BBD4-2283B95BF5C0}"/>
    <dgm:cxn modelId="{D013FB1D-6B9B-4319-AFDD-271C86427F3B}" type="presOf" srcId="{A8E26297-4C53-4D4B-AC41-5FA69A817D4F}" destId="{05D6DF84-F40D-4367-9B3B-DB039319187D}" srcOrd="0" destOrd="0" presId="urn:microsoft.com/office/officeart/2005/8/layout/radial4"/>
    <dgm:cxn modelId="{BCC8681E-A2FE-449A-B51E-D8CBC5EF972C}" type="presOf" srcId="{5C8D2A1C-575D-4509-A7E9-9839B6A47336}" destId="{C8BE880C-149D-4A64-A2AE-DB5FC3152443}" srcOrd="0" destOrd="0" presId="urn:microsoft.com/office/officeart/2005/8/layout/radial4"/>
    <dgm:cxn modelId="{5162171F-B4B8-400D-B60D-E9213048B1F6}" srcId="{9C3DA5FE-D009-4817-8C68-CAAD29DA9AD3}" destId="{F36948E7-B5F1-45FC-998C-7A4E6ADF96D5}" srcOrd="2" destOrd="0" parTransId="{3BB6E621-58AA-46B7-9B68-AC7FF3D804BF}" sibTransId="{623490E3-E997-47EC-B414-04E14C1FA99D}"/>
    <dgm:cxn modelId="{FE5EFB20-4FAF-4DEA-81D2-58F13783D497}" type="presOf" srcId="{8540725C-E6F7-40B9-B127-B8F44BC6042F}" destId="{D3301194-378F-4EB8-AF78-B0C3A5613DBE}" srcOrd="0" destOrd="0" presId="urn:microsoft.com/office/officeart/2005/8/layout/radial4"/>
    <dgm:cxn modelId="{1DDA032F-6210-4C01-86A1-0C27BE1032BB}" srcId="{9C3DA5FE-D009-4817-8C68-CAAD29DA9AD3}" destId="{D837E084-B710-46BE-A616-904A3960233C}" srcOrd="6" destOrd="0" parTransId="{1B6D80B2-3752-4BA0-9DC6-CA7AA4CC635C}" sibTransId="{3BFC1CCB-7A0E-4030-AA2C-952BB8D8740A}"/>
    <dgm:cxn modelId="{B62D233B-7177-4267-98E2-6C02B9122DD9}" type="presOf" srcId="{58CCD486-63D6-4DE1-AE55-F18F4818852D}" destId="{1E1E476B-5FC9-4ED1-827F-D69D10526167}" srcOrd="0" destOrd="0" presId="urn:microsoft.com/office/officeart/2005/8/layout/radial4"/>
    <dgm:cxn modelId="{14DD4F47-55F1-4946-BC33-F5E72754B243}" srcId="{9C3DA5FE-D009-4817-8C68-CAAD29DA9AD3}" destId="{A8E26297-4C53-4D4B-AC41-5FA69A817D4F}" srcOrd="1" destOrd="0" parTransId="{3681FC67-6118-4D6D-B085-F60270874EB9}" sibTransId="{069C48F6-0A91-4B67-A7F4-28E97672A2CB}"/>
    <dgm:cxn modelId="{00591648-5B0F-48A2-8791-173EFF46B307}" type="presOf" srcId="{726C3E05-358D-43EC-A6CA-50F209818C4A}" destId="{96499DB5-D0BB-49CD-A8D5-0D30A9BB3BA7}" srcOrd="0" destOrd="0" presId="urn:microsoft.com/office/officeart/2005/8/layout/radial4"/>
    <dgm:cxn modelId="{E0508048-63D5-4358-BFC1-C501D4776BC3}" type="presOf" srcId="{3681FC67-6118-4D6D-B085-F60270874EB9}" destId="{B58E5224-2022-4357-BB7D-0D39AF9EDA18}" srcOrd="0" destOrd="0" presId="urn:microsoft.com/office/officeart/2005/8/layout/radial4"/>
    <dgm:cxn modelId="{DA0C046A-5DAA-4238-903D-BAC1C8F937D6}" srcId="{9C3DA5FE-D009-4817-8C68-CAAD29DA9AD3}" destId="{4DEEA88F-6852-413B-B042-8BBAC42124EE}" srcOrd="0" destOrd="0" parTransId="{9BB15195-C092-4505-9970-0E5E79B6305A}" sibTransId="{4FCCA434-61FB-4A39-A87C-DFBBF6F266AE}"/>
    <dgm:cxn modelId="{F122886A-75A6-4F87-BD61-206B035CED93}" type="presOf" srcId="{0915681E-623B-4021-AC02-62BDC5991BB8}" destId="{BD12F6F4-A74D-4D85-8D50-086283AF49F6}" srcOrd="0" destOrd="0" presId="urn:microsoft.com/office/officeart/2005/8/layout/radial4"/>
    <dgm:cxn modelId="{B8E01B83-2C98-4AF8-8883-74F9AC6C2D2A}" type="presOf" srcId="{9BB15195-C092-4505-9970-0E5E79B6305A}" destId="{3D7D712C-4DCE-413A-9C69-B4C299DACA48}" srcOrd="0" destOrd="0" presId="urn:microsoft.com/office/officeart/2005/8/layout/radial4"/>
    <dgm:cxn modelId="{3C2E3C93-9A15-4580-AB11-D0C797A63095}" type="presOf" srcId="{8CB530FC-301D-4DE2-A351-5AE88670668E}" destId="{E4EC2BBE-AE21-4359-9683-084036136716}" srcOrd="0" destOrd="0" presId="urn:microsoft.com/office/officeart/2005/8/layout/radial4"/>
    <dgm:cxn modelId="{D8271BA2-F5A5-4A89-917E-91CB5BC4AC3B}" srcId="{8540725C-E6F7-40B9-B127-B8F44BC6042F}" destId="{9C3DA5FE-D009-4817-8C68-CAAD29DA9AD3}" srcOrd="0" destOrd="0" parTransId="{B0C8126F-D8DD-4644-A730-850507685062}" sibTransId="{B609DDAF-6BB2-48CD-B445-F432838051E6}"/>
    <dgm:cxn modelId="{786A1BA8-A16A-4724-9BA1-CB9881789849}" type="presOf" srcId="{9CF886C0-6B34-4F79-BEA9-D519CD56BA32}" destId="{540CA245-B189-40F6-87B0-62DC371A88D1}" srcOrd="0" destOrd="0" presId="urn:microsoft.com/office/officeart/2005/8/layout/radial4"/>
    <dgm:cxn modelId="{BC88B8AC-D877-4D4E-98FB-2F70E2B1D616}" srcId="{9C3DA5FE-D009-4817-8C68-CAAD29DA9AD3}" destId="{9CF886C0-6B34-4F79-BEA9-D519CD56BA32}" srcOrd="4" destOrd="0" parTransId="{8CB530FC-301D-4DE2-A351-5AE88670668E}" sibTransId="{58DD34FB-6F07-42D5-BE46-4147650F5895}"/>
    <dgm:cxn modelId="{D6BD1EC3-DA08-4A91-9B5B-253C207F5B8D}" type="presOf" srcId="{4DEEA88F-6852-413B-B042-8BBAC42124EE}" destId="{669A157D-4B20-448B-AB3A-145604596C06}" srcOrd="0" destOrd="0" presId="urn:microsoft.com/office/officeart/2005/8/layout/radial4"/>
    <dgm:cxn modelId="{79DD4FC6-69F7-47F1-9FB9-C615D7D4CB98}" type="presOf" srcId="{9C3DA5FE-D009-4817-8C68-CAAD29DA9AD3}" destId="{B5382AAC-2B96-4F5F-BF6B-A780B8322660}" srcOrd="0" destOrd="0" presId="urn:microsoft.com/office/officeart/2005/8/layout/radial4"/>
    <dgm:cxn modelId="{0C4A1BCB-0DDD-46C1-B53C-E1414CD03032}" type="presOf" srcId="{D837E084-B710-46BE-A616-904A3960233C}" destId="{BCA166AC-0CD8-4F15-9D4A-4B272FF9AEBF}" srcOrd="0" destOrd="0" presId="urn:microsoft.com/office/officeart/2005/8/layout/radial4"/>
    <dgm:cxn modelId="{D795F9E5-0DD4-420D-B47A-F9D3748C5681}" type="presOf" srcId="{1B6D80B2-3752-4BA0-9DC6-CA7AA4CC635C}" destId="{CDFC44AB-894A-49BE-8A64-5E5E6D81F52B}" srcOrd="0" destOrd="0" presId="urn:microsoft.com/office/officeart/2005/8/layout/radial4"/>
    <dgm:cxn modelId="{EEF3D9E9-3D98-48FD-BC37-FD5ABE34F291}" type="presOf" srcId="{3BB6E621-58AA-46B7-9B68-AC7FF3D804BF}" destId="{8BB48CA8-B6AF-4B33-B829-B6FB92521625}" srcOrd="0" destOrd="0" presId="urn:microsoft.com/office/officeart/2005/8/layout/radial4"/>
    <dgm:cxn modelId="{26233083-A3F0-46E0-A99D-75AAA71CC602}" type="presParOf" srcId="{D3301194-378F-4EB8-AF78-B0C3A5613DBE}" destId="{B5382AAC-2B96-4F5F-BF6B-A780B8322660}" srcOrd="0" destOrd="0" presId="urn:microsoft.com/office/officeart/2005/8/layout/radial4"/>
    <dgm:cxn modelId="{6F1730FF-D15E-4A56-99A7-D7E7B3D4445B}" type="presParOf" srcId="{D3301194-378F-4EB8-AF78-B0C3A5613DBE}" destId="{3D7D712C-4DCE-413A-9C69-B4C299DACA48}" srcOrd="1" destOrd="0" presId="urn:microsoft.com/office/officeart/2005/8/layout/radial4"/>
    <dgm:cxn modelId="{A2B905EF-9399-48D1-893E-0550F577D408}" type="presParOf" srcId="{D3301194-378F-4EB8-AF78-B0C3A5613DBE}" destId="{669A157D-4B20-448B-AB3A-145604596C06}" srcOrd="2" destOrd="0" presId="urn:microsoft.com/office/officeart/2005/8/layout/radial4"/>
    <dgm:cxn modelId="{FA9E8AE0-0FC2-4A29-B729-59D4E1F7A758}" type="presParOf" srcId="{D3301194-378F-4EB8-AF78-B0C3A5613DBE}" destId="{B58E5224-2022-4357-BB7D-0D39AF9EDA18}" srcOrd="3" destOrd="0" presId="urn:microsoft.com/office/officeart/2005/8/layout/radial4"/>
    <dgm:cxn modelId="{3E639F16-7FAA-4107-ABAB-6DA82AF7DD1B}" type="presParOf" srcId="{D3301194-378F-4EB8-AF78-B0C3A5613DBE}" destId="{05D6DF84-F40D-4367-9B3B-DB039319187D}" srcOrd="4" destOrd="0" presId="urn:microsoft.com/office/officeart/2005/8/layout/radial4"/>
    <dgm:cxn modelId="{112846E0-B1D9-4978-AFBA-33F657E5768C}" type="presParOf" srcId="{D3301194-378F-4EB8-AF78-B0C3A5613DBE}" destId="{8BB48CA8-B6AF-4B33-B829-B6FB92521625}" srcOrd="5" destOrd="0" presId="urn:microsoft.com/office/officeart/2005/8/layout/radial4"/>
    <dgm:cxn modelId="{E8127E36-6472-49AC-9883-778463D24AAC}" type="presParOf" srcId="{D3301194-378F-4EB8-AF78-B0C3A5613DBE}" destId="{2692544B-C47A-4E31-825F-70FB907ACB20}" srcOrd="6" destOrd="0" presId="urn:microsoft.com/office/officeart/2005/8/layout/radial4"/>
    <dgm:cxn modelId="{820DC15E-E592-4943-9F85-E5BCED611278}" type="presParOf" srcId="{D3301194-378F-4EB8-AF78-B0C3A5613DBE}" destId="{1E1E476B-5FC9-4ED1-827F-D69D10526167}" srcOrd="7" destOrd="0" presId="urn:microsoft.com/office/officeart/2005/8/layout/radial4"/>
    <dgm:cxn modelId="{3071AB6F-AFEE-4FA9-970A-32D4ED5CC544}" type="presParOf" srcId="{D3301194-378F-4EB8-AF78-B0C3A5613DBE}" destId="{BD12F6F4-A74D-4D85-8D50-086283AF49F6}" srcOrd="8" destOrd="0" presId="urn:microsoft.com/office/officeart/2005/8/layout/radial4"/>
    <dgm:cxn modelId="{752D81A0-A697-44C4-8034-C9755FC1C713}" type="presParOf" srcId="{D3301194-378F-4EB8-AF78-B0C3A5613DBE}" destId="{E4EC2BBE-AE21-4359-9683-084036136716}" srcOrd="9" destOrd="0" presId="urn:microsoft.com/office/officeart/2005/8/layout/radial4"/>
    <dgm:cxn modelId="{3A45C74D-68ED-4A81-94CA-B3009C1B5109}" type="presParOf" srcId="{D3301194-378F-4EB8-AF78-B0C3A5613DBE}" destId="{540CA245-B189-40F6-87B0-62DC371A88D1}" srcOrd="10" destOrd="0" presId="urn:microsoft.com/office/officeart/2005/8/layout/radial4"/>
    <dgm:cxn modelId="{53758FBB-7721-4C34-A0DD-14FE15C46B93}" type="presParOf" srcId="{D3301194-378F-4EB8-AF78-B0C3A5613DBE}" destId="{C8BE880C-149D-4A64-A2AE-DB5FC3152443}" srcOrd="11" destOrd="0" presId="urn:microsoft.com/office/officeart/2005/8/layout/radial4"/>
    <dgm:cxn modelId="{9ADE1141-3D6C-4708-AF49-13E428224121}" type="presParOf" srcId="{D3301194-378F-4EB8-AF78-B0C3A5613DBE}" destId="{96499DB5-D0BB-49CD-A8D5-0D30A9BB3BA7}" srcOrd="12" destOrd="0" presId="urn:microsoft.com/office/officeart/2005/8/layout/radial4"/>
    <dgm:cxn modelId="{7160DE81-2C9D-42C8-A9F5-AFCEB35AE65A}" type="presParOf" srcId="{D3301194-378F-4EB8-AF78-B0C3A5613DBE}" destId="{CDFC44AB-894A-49BE-8A64-5E5E6D81F52B}" srcOrd="13" destOrd="0" presId="urn:microsoft.com/office/officeart/2005/8/layout/radial4"/>
    <dgm:cxn modelId="{2B382566-5142-40ED-B922-A419FB2A0C55}" type="presParOf" srcId="{D3301194-378F-4EB8-AF78-B0C3A5613DBE}" destId="{BCA166AC-0CD8-4F15-9D4A-4B272FF9AEBF}" srcOrd="14" destOrd="0" presId="urn:microsoft.com/office/officeart/2005/8/layout/radial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2C82AB-AA50-4072-988B-570AA007EB36}" type="doc">
      <dgm:prSet loTypeId="urn:microsoft.com/office/officeart/2005/8/layout/StepDownProcess" loCatId="process" qsTypeId="urn:microsoft.com/office/officeart/2005/8/quickstyle/simple1" qsCatId="simple" csTypeId="urn:microsoft.com/office/officeart/2005/8/colors/accent0_1" csCatId="mainScheme" phldr="1"/>
      <dgm:spPr/>
      <dgm:t>
        <a:bodyPr/>
        <a:lstStyle/>
        <a:p>
          <a:endParaRPr lang="en-IN"/>
        </a:p>
      </dgm:t>
    </dgm:pt>
    <dgm:pt modelId="{F82BBE0C-C649-4C2A-B837-B91EA3149CF9}">
      <dgm:prSet phldrT="[Text]" custT="1"/>
      <dgm:spPr>
        <a:solidFill>
          <a:schemeClr val="bg1">
            <a:lumMod val="95000"/>
          </a:schemeClr>
        </a:solidFill>
      </dgm:spPr>
      <dgm:t>
        <a:bodyPr/>
        <a:lstStyle/>
        <a:p>
          <a:r>
            <a:rPr lang="en-IN" sz="1600" b="1" dirty="0">
              <a:solidFill>
                <a:schemeClr val="accent5">
                  <a:lumMod val="75000"/>
                </a:schemeClr>
              </a:solidFill>
              <a:latin typeface="Times New Roman" panose="02020603050405020304" pitchFamily="18" charset="0"/>
              <a:cs typeface="Times New Roman" panose="02020603050405020304" pitchFamily="18" charset="0"/>
            </a:rPr>
            <a:t>Identify the database schema</a:t>
          </a:r>
        </a:p>
      </dgm:t>
    </dgm:pt>
    <dgm:pt modelId="{3823F0E1-EFFB-4848-BCD2-D3711BA6E0C1}" type="parTrans" cxnId="{0D05F943-4B41-41A7-A672-C14872989EBC}">
      <dgm:prSet/>
      <dgm:spPr/>
      <dgm:t>
        <a:bodyPr/>
        <a:lstStyle/>
        <a:p>
          <a:endParaRPr lang="en-IN"/>
        </a:p>
      </dgm:t>
    </dgm:pt>
    <dgm:pt modelId="{6DFF57BC-8DD0-4FC7-BEB8-D2DD0F6C810A}" type="sibTrans" cxnId="{0D05F943-4B41-41A7-A672-C14872989EBC}">
      <dgm:prSet/>
      <dgm:spPr/>
      <dgm:t>
        <a:bodyPr/>
        <a:lstStyle/>
        <a:p>
          <a:endParaRPr lang="en-IN"/>
        </a:p>
      </dgm:t>
    </dgm:pt>
    <dgm:pt modelId="{D1DCB0D0-9120-49CA-94AD-D95A6E6295E1}">
      <dgm:prSet phldrT="[Text]"/>
      <dgm:spPr>
        <a:solidFill>
          <a:schemeClr val="bg1">
            <a:lumMod val="95000"/>
          </a:schemeClr>
        </a:solidFill>
      </dgm:spPr>
      <dgm:t>
        <a:bodyPr/>
        <a:lstStyle/>
        <a:p>
          <a:pPr>
            <a:lnSpc>
              <a:spcPct val="100000"/>
            </a:lnSpc>
          </a:pPr>
          <a:r>
            <a:rPr lang="en-IN" b="1" dirty="0">
              <a:solidFill>
                <a:schemeClr val="accent5">
                  <a:lumMod val="75000"/>
                </a:schemeClr>
              </a:solidFill>
              <a:latin typeface="Times New Roman" panose="02020603050405020304" pitchFamily="18" charset="0"/>
              <a:cs typeface="Times New Roman" panose="02020603050405020304" pitchFamily="18" charset="0"/>
            </a:rPr>
            <a:t>Data Cleaning in MySQL Workbench</a:t>
          </a:r>
        </a:p>
      </dgm:t>
    </dgm:pt>
    <dgm:pt modelId="{D2D9CBE7-324D-44BE-8FDB-94CA4F4E5DF4}" type="parTrans" cxnId="{D4B8DCCC-3024-4553-8E37-C9A22DC27A41}">
      <dgm:prSet/>
      <dgm:spPr/>
      <dgm:t>
        <a:bodyPr/>
        <a:lstStyle/>
        <a:p>
          <a:endParaRPr lang="en-IN"/>
        </a:p>
      </dgm:t>
    </dgm:pt>
    <dgm:pt modelId="{29BF0899-07A7-4E6B-B59D-600637A07F70}" type="sibTrans" cxnId="{D4B8DCCC-3024-4553-8E37-C9A22DC27A41}">
      <dgm:prSet/>
      <dgm:spPr/>
      <dgm:t>
        <a:bodyPr/>
        <a:lstStyle/>
        <a:p>
          <a:endParaRPr lang="en-IN"/>
        </a:p>
      </dgm:t>
    </dgm:pt>
    <dgm:pt modelId="{D1D828A4-FA2A-4548-86AF-D87BFE7CD49E}">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Identified metrics to find high engagement users</a:t>
          </a:r>
        </a:p>
      </dgm:t>
    </dgm:pt>
    <dgm:pt modelId="{B887CC0D-BEC1-4610-9F47-9EC0638B97D0}" type="parTrans" cxnId="{15E2AF72-A68E-425A-A3CB-41E83B4415A9}">
      <dgm:prSet/>
      <dgm:spPr/>
      <dgm:t>
        <a:bodyPr/>
        <a:lstStyle/>
        <a:p>
          <a:endParaRPr lang="en-IN"/>
        </a:p>
      </dgm:t>
    </dgm:pt>
    <dgm:pt modelId="{7529E5D8-1B5B-4DF9-8DA1-0AC79356A62C}" type="sibTrans" cxnId="{15E2AF72-A68E-425A-A3CB-41E83B4415A9}">
      <dgm:prSet/>
      <dgm:spPr/>
      <dgm:t>
        <a:bodyPr/>
        <a:lstStyle/>
        <a:p>
          <a:endParaRPr lang="en-IN"/>
        </a:p>
      </dgm:t>
    </dgm:pt>
    <dgm:pt modelId="{055320FA-4259-4E7C-B4F0-165C3E154C1E}">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Ran queries sing CTEs and other SQL concepts to fetch relevant data</a:t>
          </a:r>
        </a:p>
      </dgm:t>
    </dgm:pt>
    <dgm:pt modelId="{027D97F4-97E0-431E-B88B-CC1E035B6CE9}" type="parTrans" cxnId="{1BDFD990-30C4-429B-998B-D41B532BA84F}">
      <dgm:prSet/>
      <dgm:spPr/>
      <dgm:t>
        <a:bodyPr/>
        <a:lstStyle/>
        <a:p>
          <a:endParaRPr lang="en-IN"/>
        </a:p>
      </dgm:t>
    </dgm:pt>
    <dgm:pt modelId="{78F00AC8-2CB3-482D-B6DC-3AB99274FF77}" type="sibTrans" cxnId="{1BDFD990-30C4-429B-998B-D41B532BA84F}">
      <dgm:prSet/>
      <dgm:spPr/>
      <dgm:t>
        <a:bodyPr/>
        <a:lstStyle/>
        <a:p>
          <a:endParaRPr lang="en-IN"/>
        </a:p>
      </dgm:t>
    </dgm:pt>
    <dgm:pt modelId="{92B7C771-8ED8-457C-97A3-890B6FB8800A}">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Generated insights using SQL queries</a:t>
          </a:r>
        </a:p>
      </dgm:t>
    </dgm:pt>
    <dgm:pt modelId="{065BD264-AE29-4CC1-A739-F876E520DA45}" type="parTrans" cxnId="{D75DC528-4BA0-4750-B9BE-AA50FA35183F}">
      <dgm:prSet/>
      <dgm:spPr/>
      <dgm:t>
        <a:bodyPr/>
        <a:lstStyle/>
        <a:p>
          <a:endParaRPr lang="en-IN"/>
        </a:p>
      </dgm:t>
    </dgm:pt>
    <dgm:pt modelId="{6A8DF16F-1ACF-4709-A66B-F96399332995}" type="sibTrans" cxnId="{D75DC528-4BA0-4750-B9BE-AA50FA35183F}">
      <dgm:prSet/>
      <dgm:spPr/>
      <dgm:t>
        <a:bodyPr/>
        <a:lstStyle/>
        <a:p>
          <a:endParaRPr lang="en-IN"/>
        </a:p>
      </dgm:t>
    </dgm:pt>
    <dgm:pt modelId="{4810F85F-49ED-43D0-8306-C22BE2F5C109}">
      <dgm:prSet phldrT="[Text]"/>
      <dgm:spPr>
        <a:solidFill>
          <a:schemeClr val="bg1">
            <a:lumMod val="95000"/>
          </a:schemeClr>
        </a:solidFill>
      </dgm:spPr>
      <dgm:t>
        <a:bodyPr/>
        <a:lstStyle/>
        <a:p>
          <a:r>
            <a:rPr lang="en-IN" b="1" dirty="0">
              <a:solidFill>
                <a:schemeClr val="accent5">
                  <a:lumMod val="75000"/>
                </a:schemeClr>
              </a:solidFill>
              <a:latin typeface="Times New Roman" panose="02020603050405020304" pitchFamily="18" charset="0"/>
              <a:cs typeface="Times New Roman" panose="02020603050405020304" pitchFamily="18" charset="0"/>
            </a:rPr>
            <a:t>Made recommendations to optimize Instagram marketing</a:t>
          </a:r>
        </a:p>
      </dgm:t>
    </dgm:pt>
    <dgm:pt modelId="{23C2D9EA-F4BF-4ECB-A484-503951FB9BFE}" type="parTrans" cxnId="{EB6AE03C-09DB-4254-83CD-30E44881B367}">
      <dgm:prSet/>
      <dgm:spPr/>
      <dgm:t>
        <a:bodyPr/>
        <a:lstStyle/>
        <a:p>
          <a:endParaRPr lang="en-IN"/>
        </a:p>
      </dgm:t>
    </dgm:pt>
    <dgm:pt modelId="{FB150506-24D2-4849-8299-BFEED271AF8D}" type="sibTrans" cxnId="{EB6AE03C-09DB-4254-83CD-30E44881B367}">
      <dgm:prSet/>
      <dgm:spPr/>
      <dgm:t>
        <a:bodyPr/>
        <a:lstStyle/>
        <a:p>
          <a:endParaRPr lang="en-IN"/>
        </a:p>
      </dgm:t>
    </dgm:pt>
    <dgm:pt modelId="{9508FC9F-F324-45AB-8DC3-E15B67F40A78}" type="pres">
      <dgm:prSet presAssocID="{612C82AB-AA50-4072-988B-570AA007EB36}" presName="rootnode" presStyleCnt="0">
        <dgm:presLayoutVars>
          <dgm:chMax/>
          <dgm:chPref/>
          <dgm:dir/>
          <dgm:animLvl val="lvl"/>
        </dgm:presLayoutVars>
      </dgm:prSet>
      <dgm:spPr/>
    </dgm:pt>
    <dgm:pt modelId="{0C408DC2-179E-4D26-AFC3-4B1DE8CD91D5}" type="pres">
      <dgm:prSet presAssocID="{F82BBE0C-C649-4C2A-B837-B91EA3149CF9}" presName="composite" presStyleCnt="0"/>
      <dgm:spPr/>
    </dgm:pt>
    <dgm:pt modelId="{43B4C1C6-281C-4666-BF1C-AE76EAC2B24F}" type="pres">
      <dgm:prSet presAssocID="{F82BBE0C-C649-4C2A-B837-B91EA3149CF9}" presName="bentUpArrow1" presStyleLbl="alignImgPlace1" presStyleIdx="0" presStyleCnt="5" custLinFactNeighborX="-14607" custLinFactNeighborY="-14471"/>
      <dgm:spPr/>
    </dgm:pt>
    <dgm:pt modelId="{B73E7716-0D6C-4A78-9439-4862651519D0}" type="pres">
      <dgm:prSet presAssocID="{F82BBE0C-C649-4C2A-B837-B91EA3149CF9}" presName="ParentText" presStyleLbl="node1" presStyleIdx="0" presStyleCnt="6" custScaleX="309531">
        <dgm:presLayoutVars>
          <dgm:chMax val="1"/>
          <dgm:chPref val="1"/>
          <dgm:bulletEnabled val="1"/>
        </dgm:presLayoutVars>
      </dgm:prSet>
      <dgm:spPr/>
    </dgm:pt>
    <dgm:pt modelId="{08122123-481A-474D-BB5B-4066A9582ABF}" type="pres">
      <dgm:prSet presAssocID="{F82BBE0C-C649-4C2A-B837-B91EA3149CF9}" presName="ChildText" presStyleLbl="revTx" presStyleIdx="0" presStyleCnt="5">
        <dgm:presLayoutVars>
          <dgm:chMax val="0"/>
          <dgm:chPref val="0"/>
          <dgm:bulletEnabled val="1"/>
        </dgm:presLayoutVars>
      </dgm:prSet>
      <dgm:spPr/>
    </dgm:pt>
    <dgm:pt modelId="{131C6E5E-627C-461A-B748-12AB26AD67B6}" type="pres">
      <dgm:prSet presAssocID="{6DFF57BC-8DD0-4FC7-BEB8-D2DD0F6C810A}" presName="sibTrans" presStyleCnt="0"/>
      <dgm:spPr/>
    </dgm:pt>
    <dgm:pt modelId="{6C324B45-4AB1-434A-8768-23B3B383220F}" type="pres">
      <dgm:prSet presAssocID="{D1DCB0D0-9120-49CA-94AD-D95A6E6295E1}" presName="composite" presStyleCnt="0"/>
      <dgm:spPr/>
    </dgm:pt>
    <dgm:pt modelId="{17269381-0AC4-448A-9AFD-1D25DA54C12D}" type="pres">
      <dgm:prSet presAssocID="{D1DCB0D0-9120-49CA-94AD-D95A6E6295E1}" presName="bentUpArrow1" presStyleLbl="alignImgPlace1" presStyleIdx="1" presStyleCnt="5" custLinFactNeighborX="-44256" custLinFactNeighborY="3831"/>
      <dgm:spPr/>
    </dgm:pt>
    <dgm:pt modelId="{CE54D356-3F5A-4692-82BF-1B98B7F03ABC}" type="pres">
      <dgm:prSet presAssocID="{D1DCB0D0-9120-49CA-94AD-D95A6E6295E1}" presName="ParentText" presStyleLbl="node1" presStyleIdx="1" presStyleCnt="6" custScaleX="297564" custLinFactNeighborX="26455" custLinFactNeighborY="-4670">
        <dgm:presLayoutVars>
          <dgm:chMax val="1"/>
          <dgm:chPref val="1"/>
          <dgm:bulletEnabled val="1"/>
        </dgm:presLayoutVars>
      </dgm:prSet>
      <dgm:spPr/>
    </dgm:pt>
    <dgm:pt modelId="{7D8EE543-9AA5-4464-8EC1-DBE5AB51AA90}" type="pres">
      <dgm:prSet presAssocID="{D1DCB0D0-9120-49CA-94AD-D95A6E6295E1}" presName="ChildText" presStyleLbl="revTx" presStyleIdx="1" presStyleCnt="5">
        <dgm:presLayoutVars>
          <dgm:chMax val="0"/>
          <dgm:chPref val="0"/>
          <dgm:bulletEnabled val="1"/>
        </dgm:presLayoutVars>
      </dgm:prSet>
      <dgm:spPr/>
    </dgm:pt>
    <dgm:pt modelId="{BEC91D46-15F6-4F3D-B54F-A861801BBD5B}" type="pres">
      <dgm:prSet presAssocID="{29BF0899-07A7-4E6B-B59D-600637A07F70}" presName="sibTrans" presStyleCnt="0"/>
      <dgm:spPr/>
    </dgm:pt>
    <dgm:pt modelId="{1102A886-D84B-4D65-8E55-EF7B0523B2E0}" type="pres">
      <dgm:prSet presAssocID="{D1D828A4-FA2A-4548-86AF-D87BFE7CD49E}" presName="composite" presStyleCnt="0"/>
      <dgm:spPr/>
    </dgm:pt>
    <dgm:pt modelId="{71C4160C-56AB-408C-BDAB-CE55DECE76BF}" type="pres">
      <dgm:prSet presAssocID="{D1D828A4-FA2A-4548-86AF-D87BFE7CD49E}" presName="bentUpArrow1" presStyleLbl="alignImgPlace1" presStyleIdx="2" presStyleCnt="5" custLinFactNeighborX="-50501" custLinFactNeighborY="-1106"/>
      <dgm:spPr/>
    </dgm:pt>
    <dgm:pt modelId="{35289D29-3075-4A02-AA79-11EE11D8280F}" type="pres">
      <dgm:prSet presAssocID="{D1D828A4-FA2A-4548-86AF-D87BFE7CD49E}" presName="ParentText" presStyleLbl="node1" presStyleIdx="2" presStyleCnt="6" custScaleX="385123">
        <dgm:presLayoutVars>
          <dgm:chMax val="1"/>
          <dgm:chPref val="1"/>
          <dgm:bulletEnabled val="1"/>
        </dgm:presLayoutVars>
      </dgm:prSet>
      <dgm:spPr/>
    </dgm:pt>
    <dgm:pt modelId="{58FB32C3-2AD3-4323-837F-A954D300342B}" type="pres">
      <dgm:prSet presAssocID="{D1D828A4-FA2A-4548-86AF-D87BFE7CD49E}" presName="ChildText" presStyleLbl="revTx" presStyleIdx="2" presStyleCnt="5">
        <dgm:presLayoutVars>
          <dgm:chMax val="0"/>
          <dgm:chPref val="0"/>
          <dgm:bulletEnabled val="1"/>
        </dgm:presLayoutVars>
      </dgm:prSet>
      <dgm:spPr/>
    </dgm:pt>
    <dgm:pt modelId="{C5396D15-44A3-424B-BD41-7AA9B1E70DB5}" type="pres">
      <dgm:prSet presAssocID="{7529E5D8-1B5B-4DF9-8DA1-0AC79356A62C}" presName="sibTrans" presStyleCnt="0"/>
      <dgm:spPr/>
    </dgm:pt>
    <dgm:pt modelId="{1FE0594F-C740-4C95-8C8C-2E69AB525F45}" type="pres">
      <dgm:prSet presAssocID="{055320FA-4259-4E7C-B4F0-165C3E154C1E}" presName="composite" presStyleCnt="0"/>
      <dgm:spPr/>
    </dgm:pt>
    <dgm:pt modelId="{51959A1E-7679-41F4-8696-3709F4355FB8}" type="pres">
      <dgm:prSet presAssocID="{055320FA-4259-4E7C-B4F0-165C3E154C1E}" presName="bentUpArrow1" presStyleLbl="alignImgPlace1" presStyleIdx="3" presStyleCnt="5" custLinFactNeighborX="-75764" custLinFactNeighborY="-4742"/>
      <dgm:spPr/>
    </dgm:pt>
    <dgm:pt modelId="{1189A8AD-58F8-4CA7-90EA-AA46EF9D0F21}" type="pres">
      <dgm:prSet presAssocID="{055320FA-4259-4E7C-B4F0-165C3E154C1E}" presName="ParentText" presStyleLbl="node1" presStyleIdx="3" presStyleCnt="6" custScaleX="403468" custLinFactNeighborX="40026" custLinFactNeighborY="-1972">
        <dgm:presLayoutVars>
          <dgm:chMax val="1"/>
          <dgm:chPref val="1"/>
          <dgm:bulletEnabled val="1"/>
        </dgm:presLayoutVars>
      </dgm:prSet>
      <dgm:spPr/>
    </dgm:pt>
    <dgm:pt modelId="{523EB047-F4E4-48EA-A23C-BF2F5F1C3E80}" type="pres">
      <dgm:prSet presAssocID="{055320FA-4259-4E7C-B4F0-165C3E154C1E}" presName="ChildText" presStyleLbl="revTx" presStyleIdx="3" presStyleCnt="5">
        <dgm:presLayoutVars>
          <dgm:chMax val="0"/>
          <dgm:chPref val="0"/>
          <dgm:bulletEnabled val="1"/>
        </dgm:presLayoutVars>
      </dgm:prSet>
      <dgm:spPr/>
    </dgm:pt>
    <dgm:pt modelId="{34E99DFA-CA3F-4CE9-BB5E-ECE1B8338E59}" type="pres">
      <dgm:prSet presAssocID="{78F00AC8-2CB3-482D-B6DC-3AB99274FF77}" presName="sibTrans" presStyleCnt="0"/>
      <dgm:spPr/>
    </dgm:pt>
    <dgm:pt modelId="{5B6CC2B6-2D9A-4F1A-ABAE-FE2399E92239}" type="pres">
      <dgm:prSet presAssocID="{92B7C771-8ED8-457C-97A3-890B6FB8800A}" presName="composite" presStyleCnt="0"/>
      <dgm:spPr/>
    </dgm:pt>
    <dgm:pt modelId="{D73724C6-C77B-49F0-AD8F-C5209CADBABA}" type="pres">
      <dgm:prSet presAssocID="{92B7C771-8ED8-457C-97A3-890B6FB8800A}" presName="bentUpArrow1" presStyleLbl="alignImgPlace1" presStyleIdx="4" presStyleCnt="5" custLinFactNeighborX="-80387" custLinFactNeighborY="10778"/>
      <dgm:spPr/>
    </dgm:pt>
    <dgm:pt modelId="{E19143C0-94FF-4FA2-BE51-ADB9A70B266D}" type="pres">
      <dgm:prSet presAssocID="{92B7C771-8ED8-457C-97A3-890B6FB8800A}" presName="ParentText" presStyleLbl="node1" presStyleIdx="4" presStyleCnt="6" custScaleX="348870" custLinFactNeighborX="32321" custLinFactNeighborY="-3246">
        <dgm:presLayoutVars>
          <dgm:chMax val="1"/>
          <dgm:chPref val="1"/>
          <dgm:bulletEnabled val="1"/>
        </dgm:presLayoutVars>
      </dgm:prSet>
      <dgm:spPr/>
    </dgm:pt>
    <dgm:pt modelId="{AE4257EF-7114-4E8B-BEDE-000C7463369D}" type="pres">
      <dgm:prSet presAssocID="{92B7C771-8ED8-457C-97A3-890B6FB8800A}" presName="ChildText" presStyleLbl="revTx" presStyleIdx="4" presStyleCnt="5">
        <dgm:presLayoutVars>
          <dgm:chMax val="0"/>
          <dgm:chPref val="0"/>
          <dgm:bulletEnabled val="1"/>
        </dgm:presLayoutVars>
      </dgm:prSet>
      <dgm:spPr/>
    </dgm:pt>
    <dgm:pt modelId="{4BEFC8E0-8626-41B1-8101-4C6680C4B6B0}" type="pres">
      <dgm:prSet presAssocID="{6A8DF16F-1ACF-4709-A66B-F96399332995}" presName="sibTrans" presStyleCnt="0"/>
      <dgm:spPr/>
    </dgm:pt>
    <dgm:pt modelId="{62813C41-FE10-4806-8BEB-07CD05F8D3B2}" type="pres">
      <dgm:prSet presAssocID="{4810F85F-49ED-43D0-8306-C22BE2F5C109}" presName="composite" presStyleCnt="0"/>
      <dgm:spPr/>
    </dgm:pt>
    <dgm:pt modelId="{FC61D778-3816-49FB-A62A-234C655FE874}" type="pres">
      <dgm:prSet presAssocID="{4810F85F-49ED-43D0-8306-C22BE2F5C109}" presName="ParentText" presStyleLbl="node1" presStyleIdx="5" presStyleCnt="6" custScaleX="351481">
        <dgm:presLayoutVars>
          <dgm:chMax val="1"/>
          <dgm:chPref val="1"/>
          <dgm:bulletEnabled val="1"/>
        </dgm:presLayoutVars>
      </dgm:prSet>
      <dgm:spPr/>
    </dgm:pt>
  </dgm:ptLst>
  <dgm:cxnLst>
    <dgm:cxn modelId="{D75DC528-4BA0-4750-B9BE-AA50FA35183F}" srcId="{612C82AB-AA50-4072-988B-570AA007EB36}" destId="{92B7C771-8ED8-457C-97A3-890B6FB8800A}" srcOrd="4" destOrd="0" parTransId="{065BD264-AE29-4CC1-A739-F876E520DA45}" sibTransId="{6A8DF16F-1ACF-4709-A66B-F96399332995}"/>
    <dgm:cxn modelId="{EB6AE03C-09DB-4254-83CD-30E44881B367}" srcId="{612C82AB-AA50-4072-988B-570AA007EB36}" destId="{4810F85F-49ED-43D0-8306-C22BE2F5C109}" srcOrd="5" destOrd="0" parTransId="{23C2D9EA-F4BF-4ECB-A484-503951FB9BFE}" sibTransId="{FB150506-24D2-4849-8299-BFEED271AF8D}"/>
    <dgm:cxn modelId="{14184542-84F2-4172-956B-FB8460614168}" type="presOf" srcId="{612C82AB-AA50-4072-988B-570AA007EB36}" destId="{9508FC9F-F324-45AB-8DC3-E15B67F40A78}" srcOrd="0" destOrd="0" presId="urn:microsoft.com/office/officeart/2005/8/layout/StepDownProcess"/>
    <dgm:cxn modelId="{6928E042-969B-4501-AEF0-9A78A4461AB3}" type="presOf" srcId="{4810F85F-49ED-43D0-8306-C22BE2F5C109}" destId="{FC61D778-3816-49FB-A62A-234C655FE874}" srcOrd="0" destOrd="0" presId="urn:microsoft.com/office/officeart/2005/8/layout/StepDownProcess"/>
    <dgm:cxn modelId="{0D05F943-4B41-41A7-A672-C14872989EBC}" srcId="{612C82AB-AA50-4072-988B-570AA007EB36}" destId="{F82BBE0C-C649-4C2A-B837-B91EA3149CF9}" srcOrd="0" destOrd="0" parTransId="{3823F0E1-EFFB-4848-BCD2-D3711BA6E0C1}" sibTransId="{6DFF57BC-8DD0-4FC7-BEB8-D2DD0F6C810A}"/>
    <dgm:cxn modelId="{15E2AF72-A68E-425A-A3CB-41E83B4415A9}" srcId="{612C82AB-AA50-4072-988B-570AA007EB36}" destId="{D1D828A4-FA2A-4548-86AF-D87BFE7CD49E}" srcOrd="2" destOrd="0" parTransId="{B887CC0D-BEC1-4610-9F47-9EC0638B97D0}" sibTransId="{7529E5D8-1B5B-4DF9-8DA1-0AC79356A62C}"/>
    <dgm:cxn modelId="{2047178B-16CB-4978-B623-C0BBCCD48942}" type="presOf" srcId="{D1D828A4-FA2A-4548-86AF-D87BFE7CD49E}" destId="{35289D29-3075-4A02-AA79-11EE11D8280F}" srcOrd="0" destOrd="0" presId="urn:microsoft.com/office/officeart/2005/8/layout/StepDownProcess"/>
    <dgm:cxn modelId="{1BDFD990-30C4-429B-998B-D41B532BA84F}" srcId="{612C82AB-AA50-4072-988B-570AA007EB36}" destId="{055320FA-4259-4E7C-B4F0-165C3E154C1E}" srcOrd="3" destOrd="0" parTransId="{027D97F4-97E0-431E-B88B-CC1E035B6CE9}" sibTransId="{78F00AC8-2CB3-482D-B6DC-3AB99274FF77}"/>
    <dgm:cxn modelId="{49EFF2B6-FBD7-49C3-84EC-964C0BF752A8}" type="presOf" srcId="{F82BBE0C-C649-4C2A-B837-B91EA3149CF9}" destId="{B73E7716-0D6C-4A78-9439-4862651519D0}" srcOrd="0" destOrd="0" presId="urn:microsoft.com/office/officeart/2005/8/layout/StepDownProcess"/>
    <dgm:cxn modelId="{D4B8DCCC-3024-4553-8E37-C9A22DC27A41}" srcId="{612C82AB-AA50-4072-988B-570AA007EB36}" destId="{D1DCB0D0-9120-49CA-94AD-D95A6E6295E1}" srcOrd="1" destOrd="0" parTransId="{D2D9CBE7-324D-44BE-8FDB-94CA4F4E5DF4}" sibTransId="{29BF0899-07A7-4E6B-B59D-600637A07F70}"/>
    <dgm:cxn modelId="{65C5B0E3-5681-4901-9142-031629A15B90}" type="presOf" srcId="{055320FA-4259-4E7C-B4F0-165C3E154C1E}" destId="{1189A8AD-58F8-4CA7-90EA-AA46EF9D0F21}" srcOrd="0" destOrd="0" presId="urn:microsoft.com/office/officeart/2005/8/layout/StepDownProcess"/>
    <dgm:cxn modelId="{C6BC9EEA-2214-4BFE-B86E-E3B20C9A64CB}" type="presOf" srcId="{92B7C771-8ED8-457C-97A3-890B6FB8800A}" destId="{E19143C0-94FF-4FA2-BE51-ADB9A70B266D}" srcOrd="0" destOrd="0" presId="urn:microsoft.com/office/officeart/2005/8/layout/StepDownProcess"/>
    <dgm:cxn modelId="{3B804EF9-381A-4377-B3B9-0C71F60B0F6B}" type="presOf" srcId="{D1DCB0D0-9120-49CA-94AD-D95A6E6295E1}" destId="{CE54D356-3F5A-4692-82BF-1B98B7F03ABC}" srcOrd="0" destOrd="0" presId="urn:microsoft.com/office/officeart/2005/8/layout/StepDownProcess"/>
    <dgm:cxn modelId="{8205A7BE-0E03-4E40-B3AE-D905D55B9F3B}" type="presParOf" srcId="{9508FC9F-F324-45AB-8DC3-E15B67F40A78}" destId="{0C408DC2-179E-4D26-AFC3-4B1DE8CD91D5}" srcOrd="0" destOrd="0" presId="urn:microsoft.com/office/officeart/2005/8/layout/StepDownProcess"/>
    <dgm:cxn modelId="{B494CF73-5889-4378-B863-B153E7E17A77}" type="presParOf" srcId="{0C408DC2-179E-4D26-AFC3-4B1DE8CD91D5}" destId="{43B4C1C6-281C-4666-BF1C-AE76EAC2B24F}" srcOrd="0" destOrd="0" presId="urn:microsoft.com/office/officeart/2005/8/layout/StepDownProcess"/>
    <dgm:cxn modelId="{0077C1F7-F542-46B1-BA57-151267DC30A0}" type="presParOf" srcId="{0C408DC2-179E-4D26-AFC3-4B1DE8CD91D5}" destId="{B73E7716-0D6C-4A78-9439-4862651519D0}" srcOrd="1" destOrd="0" presId="urn:microsoft.com/office/officeart/2005/8/layout/StepDownProcess"/>
    <dgm:cxn modelId="{2DDC4F93-1A57-45D8-945B-D03906494D8C}" type="presParOf" srcId="{0C408DC2-179E-4D26-AFC3-4B1DE8CD91D5}" destId="{08122123-481A-474D-BB5B-4066A9582ABF}" srcOrd="2" destOrd="0" presId="urn:microsoft.com/office/officeart/2005/8/layout/StepDownProcess"/>
    <dgm:cxn modelId="{1BC5C723-8FE3-443B-8025-82E0A5EE0DC6}" type="presParOf" srcId="{9508FC9F-F324-45AB-8DC3-E15B67F40A78}" destId="{131C6E5E-627C-461A-B748-12AB26AD67B6}" srcOrd="1" destOrd="0" presId="urn:microsoft.com/office/officeart/2005/8/layout/StepDownProcess"/>
    <dgm:cxn modelId="{3941A08E-8FEE-44BF-9826-FEA09DA4072F}" type="presParOf" srcId="{9508FC9F-F324-45AB-8DC3-E15B67F40A78}" destId="{6C324B45-4AB1-434A-8768-23B3B383220F}" srcOrd="2" destOrd="0" presId="urn:microsoft.com/office/officeart/2005/8/layout/StepDownProcess"/>
    <dgm:cxn modelId="{ED21E5C2-300D-42FC-83CD-70BB042BB4F0}" type="presParOf" srcId="{6C324B45-4AB1-434A-8768-23B3B383220F}" destId="{17269381-0AC4-448A-9AFD-1D25DA54C12D}" srcOrd="0" destOrd="0" presId="urn:microsoft.com/office/officeart/2005/8/layout/StepDownProcess"/>
    <dgm:cxn modelId="{8065C356-822A-4AEF-ABA3-9C406C093818}" type="presParOf" srcId="{6C324B45-4AB1-434A-8768-23B3B383220F}" destId="{CE54D356-3F5A-4692-82BF-1B98B7F03ABC}" srcOrd="1" destOrd="0" presId="urn:microsoft.com/office/officeart/2005/8/layout/StepDownProcess"/>
    <dgm:cxn modelId="{11B16959-73D6-489B-8576-1FD81EE9C8C0}" type="presParOf" srcId="{6C324B45-4AB1-434A-8768-23B3B383220F}" destId="{7D8EE543-9AA5-4464-8EC1-DBE5AB51AA90}" srcOrd="2" destOrd="0" presId="urn:microsoft.com/office/officeart/2005/8/layout/StepDownProcess"/>
    <dgm:cxn modelId="{E5970E49-B630-46BD-B45A-11DA3FC0E6DB}" type="presParOf" srcId="{9508FC9F-F324-45AB-8DC3-E15B67F40A78}" destId="{BEC91D46-15F6-4F3D-B54F-A861801BBD5B}" srcOrd="3" destOrd="0" presId="urn:microsoft.com/office/officeart/2005/8/layout/StepDownProcess"/>
    <dgm:cxn modelId="{A9D0AB60-31CC-47CD-8B65-8BF8FF09DC79}" type="presParOf" srcId="{9508FC9F-F324-45AB-8DC3-E15B67F40A78}" destId="{1102A886-D84B-4D65-8E55-EF7B0523B2E0}" srcOrd="4" destOrd="0" presId="urn:microsoft.com/office/officeart/2005/8/layout/StepDownProcess"/>
    <dgm:cxn modelId="{2639E253-B805-4A2B-AE8E-F8366771AE9B}" type="presParOf" srcId="{1102A886-D84B-4D65-8E55-EF7B0523B2E0}" destId="{71C4160C-56AB-408C-BDAB-CE55DECE76BF}" srcOrd="0" destOrd="0" presId="urn:microsoft.com/office/officeart/2005/8/layout/StepDownProcess"/>
    <dgm:cxn modelId="{D82D95E0-DED4-469C-BCF2-6BC56817BB07}" type="presParOf" srcId="{1102A886-D84B-4D65-8E55-EF7B0523B2E0}" destId="{35289D29-3075-4A02-AA79-11EE11D8280F}" srcOrd="1" destOrd="0" presId="urn:microsoft.com/office/officeart/2005/8/layout/StepDownProcess"/>
    <dgm:cxn modelId="{3E5FE5EE-6459-49FF-A88A-1410C26E54FA}" type="presParOf" srcId="{1102A886-D84B-4D65-8E55-EF7B0523B2E0}" destId="{58FB32C3-2AD3-4323-837F-A954D300342B}" srcOrd="2" destOrd="0" presId="urn:microsoft.com/office/officeart/2005/8/layout/StepDownProcess"/>
    <dgm:cxn modelId="{02F77680-54DB-4424-BC7D-4CF92283DEC0}" type="presParOf" srcId="{9508FC9F-F324-45AB-8DC3-E15B67F40A78}" destId="{C5396D15-44A3-424B-BD41-7AA9B1E70DB5}" srcOrd="5" destOrd="0" presId="urn:microsoft.com/office/officeart/2005/8/layout/StepDownProcess"/>
    <dgm:cxn modelId="{650662DF-9140-4D73-A8F9-0EE1EEFE909D}" type="presParOf" srcId="{9508FC9F-F324-45AB-8DC3-E15B67F40A78}" destId="{1FE0594F-C740-4C95-8C8C-2E69AB525F45}" srcOrd="6" destOrd="0" presId="urn:microsoft.com/office/officeart/2005/8/layout/StepDownProcess"/>
    <dgm:cxn modelId="{3F0E15C4-F5E5-420E-BDCB-F488796FF3E3}" type="presParOf" srcId="{1FE0594F-C740-4C95-8C8C-2E69AB525F45}" destId="{51959A1E-7679-41F4-8696-3709F4355FB8}" srcOrd="0" destOrd="0" presId="urn:microsoft.com/office/officeart/2005/8/layout/StepDownProcess"/>
    <dgm:cxn modelId="{E98ACABE-2BB3-49B0-A267-708DD42E54AD}" type="presParOf" srcId="{1FE0594F-C740-4C95-8C8C-2E69AB525F45}" destId="{1189A8AD-58F8-4CA7-90EA-AA46EF9D0F21}" srcOrd="1" destOrd="0" presId="urn:microsoft.com/office/officeart/2005/8/layout/StepDownProcess"/>
    <dgm:cxn modelId="{95187A9B-960C-4DA8-B4E6-EF79334F5A95}" type="presParOf" srcId="{1FE0594F-C740-4C95-8C8C-2E69AB525F45}" destId="{523EB047-F4E4-48EA-A23C-BF2F5F1C3E80}" srcOrd="2" destOrd="0" presId="urn:microsoft.com/office/officeart/2005/8/layout/StepDownProcess"/>
    <dgm:cxn modelId="{A8AA9FE1-91AB-48E4-89D5-69044A5405A3}" type="presParOf" srcId="{9508FC9F-F324-45AB-8DC3-E15B67F40A78}" destId="{34E99DFA-CA3F-4CE9-BB5E-ECE1B8338E59}" srcOrd="7" destOrd="0" presId="urn:microsoft.com/office/officeart/2005/8/layout/StepDownProcess"/>
    <dgm:cxn modelId="{60E6DA2A-2EF9-4322-9428-0E9527C7AC3C}" type="presParOf" srcId="{9508FC9F-F324-45AB-8DC3-E15B67F40A78}" destId="{5B6CC2B6-2D9A-4F1A-ABAE-FE2399E92239}" srcOrd="8" destOrd="0" presId="urn:microsoft.com/office/officeart/2005/8/layout/StepDownProcess"/>
    <dgm:cxn modelId="{7C21B12B-F6B7-4110-AAF6-4FF052F4CD0B}" type="presParOf" srcId="{5B6CC2B6-2D9A-4F1A-ABAE-FE2399E92239}" destId="{D73724C6-C77B-49F0-AD8F-C5209CADBABA}" srcOrd="0" destOrd="0" presId="urn:microsoft.com/office/officeart/2005/8/layout/StepDownProcess"/>
    <dgm:cxn modelId="{C6A25B99-A0F4-4816-997D-B8E5785E231A}" type="presParOf" srcId="{5B6CC2B6-2D9A-4F1A-ABAE-FE2399E92239}" destId="{E19143C0-94FF-4FA2-BE51-ADB9A70B266D}" srcOrd="1" destOrd="0" presId="urn:microsoft.com/office/officeart/2005/8/layout/StepDownProcess"/>
    <dgm:cxn modelId="{5FC6B398-19C1-493E-935D-4433A2288A3C}" type="presParOf" srcId="{5B6CC2B6-2D9A-4F1A-ABAE-FE2399E92239}" destId="{AE4257EF-7114-4E8B-BEDE-000C7463369D}" srcOrd="2" destOrd="0" presId="urn:microsoft.com/office/officeart/2005/8/layout/StepDownProcess"/>
    <dgm:cxn modelId="{A6356ABC-858B-47A1-9EF0-7010A7C70085}" type="presParOf" srcId="{9508FC9F-F324-45AB-8DC3-E15B67F40A78}" destId="{4BEFC8E0-8626-41B1-8101-4C6680C4B6B0}" srcOrd="9" destOrd="0" presId="urn:microsoft.com/office/officeart/2005/8/layout/StepDownProcess"/>
    <dgm:cxn modelId="{3186D618-4393-435B-B6E0-71BAC2FD65AD}" type="presParOf" srcId="{9508FC9F-F324-45AB-8DC3-E15B67F40A78}" destId="{62813C41-FE10-4806-8BEB-07CD05F8D3B2}" srcOrd="10" destOrd="0" presId="urn:microsoft.com/office/officeart/2005/8/layout/StepDownProcess"/>
    <dgm:cxn modelId="{4DD974C8-1E3A-4974-B100-28A3C2586D4A}" type="presParOf" srcId="{62813C41-FE10-4806-8BEB-07CD05F8D3B2}" destId="{FC61D778-3816-49FB-A62A-234C655FE874}" srcOrd="0" destOrd="0" presId="urn:microsoft.com/office/officeart/2005/8/layout/StepDownProcess"/>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B67466-5C8E-449D-878F-4EA88440575C}"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612B5049-12FB-4B75-BEC9-ED0E35AC77FC}">
      <dgm:prSet/>
      <dgm:spPr>
        <a:solidFill>
          <a:schemeClr val="bg1">
            <a:lumMod val="95000"/>
          </a:schemeClr>
        </a:solidFill>
      </dgm:spPr>
      <dgm:t>
        <a:bodyPr/>
        <a:lstStyle/>
        <a:p>
          <a:pPr rtl="0"/>
          <a:r>
            <a:rPr lang="en-IN">
              <a:solidFill>
                <a:schemeClr val="accent5">
                  <a:lumMod val="75000"/>
                </a:schemeClr>
              </a:solidFill>
              <a:latin typeface="Times New Roman" panose="02020603050405020304" pitchFamily="18" charset="0"/>
              <a:cs typeface="Times New Roman" panose="02020603050405020304" pitchFamily="18" charset="0"/>
            </a:rPr>
            <a:t>     Send </a:t>
          </a:r>
          <a:r>
            <a:rPr lang="en-IN" dirty="0">
              <a:solidFill>
                <a:schemeClr val="accent5">
                  <a:lumMod val="75000"/>
                </a:schemeClr>
              </a:solidFill>
              <a:latin typeface="Times New Roman" panose="02020603050405020304" pitchFamily="18" charset="0"/>
              <a:cs typeface="Times New Roman" panose="02020603050405020304" pitchFamily="18" charset="0"/>
            </a:rPr>
            <a:t>notifications about friends’ recent activities or anniversaries of their account creation.</a:t>
          </a:r>
        </a:p>
      </dgm:t>
    </dgm:pt>
    <dgm:pt modelId="{C9CB0D5D-6AFD-4F97-A13D-1CD80FDECE93}" type="parTrans" cxnId="{C63C2F52-1E9A-4AD2-93FE-D991945E1582}">
      <dgm:prSet/>
      <dgm:spPr/>
      <dgm:t>
        <a:bodyPr/>
        <a:lstStyle/>
        <a:p>
          <a:endParaRPr lang="en-IN"/>
        </a:p>
      </dgm:t>
    </dgm:pt>
    <dgm:pt modelId="{92D4EF64-450F-48E0-9C9F-918A02D3E855}" type="sibTrans" cxnId="{C63C2F52-1E9A-4AD2-93FE-D991945E1582}">
      <dgm:prSet/>
      <dgm:spPr/>
      <dgm:t>
        <a:bodyPr/>
        <a:lstStyle/>
        <a:p>
          <a:endParaRPr lang="en-IN"/>
        </a:p>
      </dgm:t>
    </dgm:pt>
    <dgm:pt modelId="{1C79FEB6-2001-45A7-823E-C9BCA5E255C8}">
      <dgm:prSet/>
      <dgm:spPr>
        <a:solidFill>
          <a:schemeClr val="bg1">
            <a:lumMod val="95000"/>
          </a:schemeClr>
        </a:solidFill>
      </dgm:spPr>
      <dgm:t>
        <a:bodyPr/>
        <a:lstStyle/>
        <a:p>
          <a:pPr rtl="0"/>
          <a:r>
            <a:rPr lang="en-IN" dirty="0">
              <a:solidFill>
                <a:schemeClr val="accent5">
                  <a:lumMod val="75000"/>
                </a:schemeClr>
              </a:solidFill>
              <a:latin typeface="Times New Roman" panose="02020603050405020304" pitchFamily="18" charset="0"/>
              <a:cs typeface="Times New Roman" panose="02020603050405020304" pitchFamily="18" charset="0"/>
            </a:rPr>
            <a:t>Introduce challenges or streak rewards to encourage regular activity.</a:t>
          </a:r>
        </a:p>
      </dgm:t>
    </dgm:pt>
    <dgm:pt modelId="{7F5C7822-A8D8-49AC-B082-C257ADF2D7A1}" type="parTrans" cxnId="{B8A001E9-200B-44A9-BB85-50E9576A57D8}">
      <dgm:prSet/>
      <dgm:spPr/>
      <dgm:t>
        <a:bodyPr/>
        <a:lstStyle/>
        <a:p>
          <a:endParaRPr lang="en-IN"/>
        </a:p>
      </dgm:t>
    </dgm:pt>
    <dgm:pt modelId="{809F6AE5-99FB-4F81-B58C-F9CCAEE89A52}" type="sibTrans" cxnId="{B8A001E9-200B-44A9-BB85-50E9576A57D8}">
      <dgm:prSet/>
      <dgm:spPr/>
      <dgm:t>
        <a:bodyPr/>
        <a:lstStyle/>
        <a:p>
          <a:endParaRPr lang="en-IN"/>
        </a:p>
      </dgm:t>
    </dgm:pt>
    <dgm:pt modelId="{4FA81F79-9598-48AE-B574-DF4985150FCE}">
      <dgm:prSet/>
      <dgm:spPr>
        <a:solidFill>
          <a:schemeClr val="bg1">
            <a:lumMod val="95000"/>
          </a:schemeClr>
        </a:solidFill>
      </dgm:spPr>
      <dgm:t>
        <a:bodyPr/>
        <a:lstStyle/>
        <a:p>
          <a:pPr rtl="0"/>
          <a:r>
            <a:rPr lang="en-IN" dirty="0">
              <a:solidFill>
                <a:schemeClr val="accent5">
                  <a:lumMod val="75000"/>
                </a:schemeClr>
              </a:solidFill>
              <a:latin typeface="Times New Roman" panose="02020603050405020304" pitchFamily="18" charset="0"/>
              <a:cs typeface="Times New Roman" panose="02020603050405020304" pitchFamily="18" charset="0"/>
            </a:rPr>
            <a:t>Recommend trending </a:t>
          </a:r>
          <a:r>
            <a:rPr lang="en-IN" dirty="0" err="1">
              <a:solidFill>
                <a:schemeClr val="accent5">
                  <a:lumMod val="75000"/>
                </a:schemeClr>
              </a:solidFill>
              <a:latin typeface="Times New Roman" panose="02020603050405020304" pitchFamily="18" charset="0"/>
              <a:cs typeface="Times New Roman" panose="02020603050405020304" pitchFamily="18" charset="0"/>
            </a:rPr>
            <a:t>hashtags</a:t>
          </a:r>
          <a:r>
            <a:rPr lang="en-IN" dirty="0">
              <a:solidFill>
                <a:schemeClr val="accent5">
                  <a:lumMod val="75000"/>
                </a:schemeClr>
              </a:solidFill>
              <a:latin typeface="Times New Roman" panose="02020603050405020304" pitchFamily="18" charset="0"/>
              <a:cs typeface="Times New Roman" panose="02020603050405020304" pitchFamily="18" charset="0"/>
            </a:rPr>
            <a:t> or content </a:t>
          </a:r>
          <a:r>
            <a:rPr lang="en-IN">
              <a:solidFill>
                <a:schemeClr val="accent5">
                  <a:lumMod val="75000"/>
                </a:schemeClr>
              </a:solidFill>
              <a:latin typeface="Times New Roman" panose="02020603050405020304" pitchFamily="18" charset="0"/>
              <a:cs typeface="Times New Roman" panose="02020603050405020304" pitchFamily="18" charset="0"/>
            </a:rPr>
            <a:t>topics </a:t>
          </a:r>
          <a:r>
            <a:rPr lang="en-IN">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dgm:t>
    </dgm:pt>
    <dgm:pt modelId="{A1E2A724-5AD8-434D-BFA7-93BF57D706AC}" type="parTrans" cxnId="{6AA4317F-39C4-4480-8D57-CD0B76FB9ADF}">
      <dgm:prSet/>
      <dgm:spPr/>
      <dgm:t>
        <a:bodyPr/>
        <a:lstStyle/>
        <a:p>
          <a:endParaRPr lang="en-IN"/>
        </a:p>
      </dgm:t>
    </dgm:pt>
    <dgm:pt modelId="{1B7B13F2-09E5-48BD-AF0D-C97451CDF8B6}" type="sibTrans" cxnId="{6AA4317F-39C4-4480-8D57-CD0B76FB9ADF}">
      <dgm:prSet/>
      <dgm:spPr/>
      <dgm:t>
        <a:bodyPr/>
        <a:lstStyle/>
        <a:p>
          <a:endParaRPr lang="en-IN"/>
        </a:p>
      </dgm:t>
    </dgm:pt>
    <dgm:pt modelId="{745A3DDC-9AED-4335-9FAF-8B20B142726A}">
      <dgm:prSet/>
      <dgm:spPr>
        <a:solidFill>
          <a:schemeClr val="bg1">
            <a:lumMod val="95000"/>
          </a:schemeClr>
        </a:solidFill>
      </dgm:spPr>
      <dgm:t>
        <a:bodyPr/>
        <a:lstStyle/>
        <a:p>
          <a:pPr rtl="0"/>
          <a:r>
            <a:rPr lang="en-IN" dirty="0">
              <a:solidFill>
                <a:schemeClr val="accent5">
                  <a:lumMod val="75000"/>
                </a:schemeClr>
              </a:solidFill>
              <a:latin typeface="Times New Roman" panose="02020603050405020304" pitchFamily="18" charset="0"/>
              <a:cs typeface="Times New Roman" panose="02020603050405020304" pitchFamily="18" charset="0"/>
            </a:rPr>
            <a:t>Offer discounts, free features, or additional storage for becoming active again.</a:t>
          </a:r>
        </a:p>
      </dgm:t>
    </dgm:pt>
    <dgm:pt modelId="{4A30884A-085F-420D-9643-423B534D0CFC}" type="parTrans" cxnId="{0BFC83B0-8EA3-4D34-9B2E-F32F404952E8}">
      <dgm:prSet/>
      <dgm:spPr/>
      <dgm:t>
        <a:bodyPr/>
        <a:lstStyle/>
        <a:p>
          <a:endParaRPr lang="en-IN"/>
        </a:p>
      </dgm:t>
    </dgm:pt>
    <dgm:pt modelId="{275A6657-337C-482E-9D67-4E7F2809F979}" type="sibTrans" cxnId="{0BFC83B0-8EA3-4D34-9B2E-F32F404952E8}">
      <dgm:prSet/>
      <dgm:spPr/>
      <dgm:t>
        <a:bodyPr/>
        <a:lstStyle/>
        <a:p>
          <a:endParaRPr lang="en-IN"/>
        </a:p>
      </dgm:t>
    </dgm:pt>
    <dgm:pt modelId="{8979F94C-0639-4F86-8F74-4D43E5F07484}">
      <dgm:prSet/>
      <dgm:spPr>
        <a:solidFill>
          <a:schemeClr val="bg1">
            <a:lumMod val="95000"/>
          </a:schemeClr>
        </a:solidFill>
      </dgm:spPr>
      <dgm:t>
        <a:bodyPr/>
        <a:lstStyle/>
        <a:p>
          <a:pPr rtl="0"/>
          <a:r>
            <a:rPr lang="en-IN" dirty="0">
              <a:solidFill>
                <a:schemeClr val="accent5">
                  <a:lumMod val="75000"/>
                </a:schemeClr>
              </a:solidFill>
              <a:latin typeface="Times New Roman" panose="02020603050405020304" pitchFamily="18" charset="0"/>
              <a:cs typeface="Times New Roman" panose="02020603050405020304" pitchFamily="18" charset="0"/>
            </a:rPr>
            <a:t>Engage users through surveys to understand why they became inactive and address their concerns</a:t>
          </a:r>
          <a:r>
            <a:rPr lang="en-IN" dirty="0">
              <a:solidFill>
                <a:schemeClr val="accent5">
                  <a:lumMod val="75000"/>
                </a:schemeClr>
              </a:solidFill>
            </a:rPr>
            <a:t>.</a:t>
          </a:r>
        </a:p>
      </dgm:t>
    </dgm:pt>
    <dgm:pt modelId="{5B4376DA-61E8-46CD-94CA-7322E70EFBB2}" type="parTrans" cxnId="{1D728A81-366E-434C-B932-37D371B2D3DA}">
      <dgm:prSet/>
      <dgm:spPr/>
      <dgm:t>
        <a:bodyPr/>
        <a:lstStyle/>
        <a:p>
          <a:endParaRPr lang="en-IN"/>
        </a:p>
      </dgm:t>
    </dgm:pt>
    <dgm:pt modelId="{9D80AD64-1FD0-45F8-95B0-5BD8C89619B2}" type="sibTrans" cxnId="{1D728A81-366E-434C-B932-37D371B2D3DA}">
      <dgm:prSet/>
      <dgm:spPr/>
      <dgm:t>
        <a:bodyPr/>
        <a:lstStyle/>
        <a:p>
          <a:endParaRPr lang="en-IN"/>
        </a:p>
      </dgm:t>
    </dgm:pt>
    <dgm:pt modelId="{D725ACAC-44C3-4F28-ADF6-F24226850573}" type="pres">
      <dgm:prSet presAssocID="{8CB67466-5C8E-449D-878F-4EA88440575C}" presName="linearFlow" presStyleCnt="0">
        <dgm:presLayoutVars>
          <dgm:dir/>
          <dgm:resizeHandles val="exact"/>
        </dgm:presLayoutVars>
      </dgm:prSet>
      <dgm:spPr/>
    </dgm:pt>
    <dgm:pt modelId="{F3A13A32-F87F-4318-9875-4219619FD564}" type="pres">
      <dgm:prSet presAssocID="{612B5049-12FB-4B75-BEC9-ED0E35AC77FC}" presName="composite" presStyleCnt="0"/>
      <dgm:spPr/>
    </dgm:pt>
    <dgm:pt modelId="{D63AABA1-17CD-4C04-B227-FC7CC3B5D90A}" type="pres">
      <dgm:prSet presAssocID="{612B5049-12FB-4B75-BEC9-ED0E35AC77FC}" presName="imgShp" presStyleLbl="fgImgPlace1" presStyleIdx="0" presStyleCnt="5" custLinFactX="-22509" custLinFactNeighborX="-100000" custLinFactNeighborY="-3437"/>
      <dgm:spPr>
        <a:blipFill rotWithShape="1">
          <a:blip xmlns:r="http://schemas.openxmlformats.org/officeDocument/2006/relationships" r:embed="rId1"/>
          <a:stretch>
            <a:fillRect/>
          </a:stretch>
        </a:blipFill>
      </dgm:spPr>
    </dgm:pt>
    <dgm:pt modelId="{865FFA64-2078-4841-8E7E-E83D386619F2}" type="pres">
      <dgm:prSet presAssocID="{612B5049-12FB-4B75-BEC9-ED0E35AC77FC}" presName="txShp" presStyleLbl="node1" presStyleIdx="0" presStyleCnt="5" custScaleX="146578">
        <dgm:presLayoutVars>
          <dgm:bulletEnabled val="1"/>
        </dgm:presLayoutVars>
      </dgm:prSet>
      <dgm:spPr/>
    </dgm:pt>
    <dgm:pt modelId="{0AC2F214-EC35-429A-8AD9-E46ACDAC592B}" type="pres">
      <dgm:prSet presAssocID="{92D4EF64-450F-48E0-9C9F-918A02D3E855}" presName="spacing" presStyleCnt="0"/>
      <dgm:spPr/>
    </dgm:pt>
    <dgm:pt modelId="{2D3456C1-FC62-4DFD-978A-099A4C8DCAB3}" type="pres">
      <dgm:prSet presAssocID="{1C79FEB6-2001-45A7-823E-C9BCA5E255C8}" presName="composite" presStyleCnt="0"/>
      <dgm:spPr/>
    </dgm:pt>
    <dgm:pt modelId="{CC8C5793-87D5-4DFE-AE27-967D7780504C}" type="pres">
      <dgm:prSet presAssocID="{1C79FEB6-2001-45A7-823E-C9BCA5E255C8}" presName="imgShp" presStyleLbl="fgImgPlace1" presStyleIdx="1" presStyleCnt="5" custLinFactX="-7441" custLinFactNeighborX="-100000" custLinFactNeighborY="-2112"/>
      <dgm:spPr>
        <a:blipFill rotWithShape="1">
          <a:blip xmlns:r="http://schemas.openxmlformats.org/officeDocument/2006/relationships" r:embed="rId2"/>
          <a:stretch>
            <a:fillRect/>
          </a:stretch>
        </a:blipFill>
      </dgm:spPr>
    </dgm:pt>
    <dgm:pt modelId="{FFBE8833-C94A-4AF9-8300-E51FB16074C3}" type="pres">
      <dgm:prSet presAssocID="{1C79FEB6-2001-45A7-823E-C9BCA5E255C8}" presName="txShp" presStyleLbl="node1" presStyleIdx="1" presStyleCnt="5" custScaleX="147423">
        <dgm:presLayoutVars>
          <dgm:bulletEnabled val="1"/>
        </dgm:presLayoutVars>
      </dgm:prSet>
      <dgm:spPr/>
    </dgm:pt>
    <dgm:pt modelId="{AC82294F-983E-4DEE-9079-F01E35F54B33}" type="pres">
      <dgm:prSet presAssocID="{809F6AE5-99FB-4F81-B58C-F9CCAEE89A52}" presName="spacing" presStyleCnt="0"/>
      <dgm:spPr/>
    </dgm:pt>
    <dgm:pt modelId="{E4DE0F36-015F-4CA2-A52E-ADB78E38DD91}" type="pres">
      <dgm:prSet presAssocID="{4FA81F79-9598-48AE-B574-DF4985150FCE}" presName="composite" presStyleCnt="0"/>
      <dgm:spPr/>
    </dgm:pt>
    <dgm:pt modelId="{132AE2D7-CDFC-4AD1-9742-626D0744CD39}" type="pres">
      <dgm:prSet presAssocID="{4FA81F79-9598-48AE-B574-DF4985150FCE}" presName="imgShp" presStyleLbl="fgImgPlace1" presStyleIdx="2" presStyleCnt="5" custLinFactX="-2070" custLinFactNeighborX="-100000"/>
      <dgm:spPr>
        <a:blipFill rotWithShape="1">
          <a:blip xmlns:r="http://schemas.openxmlformats.org/officeDocument/2006/relationships" r:embed="rId3"/>
          <a:stretch>
            <a:fillRect/>
          </a:stretch>
        </a:blipFill>
      </dgm:spPr>
    </dgm:pt>
    <dgm:pt modelId="{2E2353D9-A190-451A-B67A-203E02D745A2}" type="pres">
      <dgm:prSet presAssocID="{4FA81F79-9598-48AE-B574-DF4985150FCE}" presName="txShp" presStyleLbl="node1" presStyleIdx="2" presStyleCnt="5" custScaleX="146156">
        <dgm:presLayoutVars>
          <dgm:bulletEnabled val="1"/>
        </dgm:presLayoutVars>
      </dgm:prSet>
      <dgm:spPr/>
    </dgm:pt>
    <dgm:pt modelId="{45E789CD-3326-4976-8C7C-BD28C5F67C6C}" type="pres">
      <dgm:prSet presAssocID="{1B7B13F2-09E5-48BD-AF0D-C97451CDF8B6}" presName="spacing" presStyleCnt="0"/>
      <dgm:spPr/>
    </dgm:pt>
    <dgm:pt modelId="{6C09DB47-5A0D-42B9-998A-F3BB8EEC1105}" type="pres">
      <dgm:prSet presAssocID="{745A3DDC-9AED-4335-9FAF-8B20B142726A}" presName="composite" presStyleCnt="0"/>
      <dgm:spPr/>
    </dgm:pt>
    <dgm:pt modelId="{C6E39458-1825-4F29-872A-7C68A045590C}" type="pres">
      <dgm:prSet presAssocID="{745A3DDC-9AED-4335-9FAF-8B20B142726A}" presName="imgShp" presStyleLbl="fgImgPlace1" presStyleIdx="3" presStyleCnt="5" custLinFactX="-48628" custLinFactNeighborX="-100000" custLinFactNeighborY="3581"/>
      <dgm:spPr>
        <a:blipFill rotWithShape="1">
          <a:blip xmlns:r="http://schemas.openxmlformats.org/officeDocument/2006/relationships" r:embed="rId4"/>
          <a:stretch>
            <a:fillRect/>
          </a:stretch>
        </a:blipFill>
      </dgm:spPr>
    </dgm:pt>
    <dgm:pt modelId="{50C42313-5EEF-48FE-AC70-B26BBE23A550}" type="pres">
      <dgm:prSet presAssocID="{745A3DDC-9AED-4335-9FAF-8B20B142726A}" presName="txShp" presStyleLbl="node1" presStyleIdx="3" presStyleCnt="5" custScaleX="146155">
        <dgm:presLayoutVars>
          <dgm:bulletEnabled val="1"/>
        </dgm:presLayoutVars>
      </dgm:prSet>
      <dgm:spPr/>
    </dgm:pt>
    <dgm:pt modelId="{28D24B27-0EC2-4DFF-BBD7-4FA5CB4C863C}" type="pres">
      <dgm:prSet presAssocID="{275A6657-337C-482E-9D67-4E7F2809F979}" presName="spacing" presStyleCnt="0"/>
      <dgm:spPr/>
    </dgm:pt>
    <dgm:pt modelId="{CE562B02-8DA1-41FE-9275-CE01D467F456}" type="pres">
      <dgm:prSet presAssocID="{8979F94C-0639-4F86-8F74-4D43E5F07484}" presName="composite" presStyleCnt="0"/>
      <dgm:spPr/>
    </dgm:pt>
    <dgm:pt modelId="{10C51B50-2753-4D69-9688-5597FE9C7599}" type="pres">
      <dgm:prSet presAssocID="{8979F94C-0639-4F86-8F74-4D43E5F07484}" presName="imgShp" presStyleLbl="fgImgPlace1" presStyleIdx="4" presStyleCnt="5" custLinFactX="-28930" custLinFactNeighborX="-100000" custLinFactNeighborY="-1791"/>
      <dgm:spPr>
        <a:blipFill rotWithShape="1">
          <a:blip xmlns:r="http://schemas.openxmlformats.org/officeDocument/2006/relationships" r:embed="rId5"/>
          <a:stretch>
            <a:fillRect/>
          </a:stretch>
        </a:blipFill>
      </dgm:spPr>
    </dgm:pt>
    <dgm:pt modelId="{05C998E0-BA91-4CF9-A2C0-CC3A583EB9BE}" type="pres">
      <dgm:prSet presAssocID="{8979F94C-0639-4F86-8F74-4D43E5F07484}" presName="txShp" presStyleLbl="node1" presStyleIdx="4" presStyleCnt="5" custScaleX="146155">
        <dgm:presLayoutVars>
          <dgm:bulletEnabled val="1"/>
        </dgm:presLayoutVars>
      </dgm:prSet>
      <dgm:spPr/>
    </dgm:pt>
  </dgm:ptLst>
  <dgm:cxnLst>
    <dgm:cxn modelId="{29BFCF07-C259-4CB7-8555-FDD78A976C4C}" type="presOf" srcId="{4FA81F79-9598-48AE-B574-DF4985150FCE}" destId="{2E2353D9-A190-451A-B67A-203E02D745A2}" srcOrd="0" destOrd="0" presId="urn:microsoft.com/office/officeart/2005/8/layout/vList3"/>
    <dgm:cxn modelId="{C63C2F52-1E9A-4AD2-93FE-D991945E1582}" srcId="{8CB67466-5C8E-449D-878F-4EA88440575C}" destId="{612B5049-12FB-4B75-BEC9-ED0E35AC77FC}" srcOrd="0" destOrd="0" parTransId="{C9CB0D5D-6AFD-4F97-A13D-1CD80FDECE93}" sibTransId="{92D4EF64-450F-48E0-9C9F-918A02D3E855}"/>
    <dgm:cxn modelId="{544A8F57-0828-4A45-85C0-90AF02A40EB7}" type="presOf" srcId="{8CB67466-5C8E-449D-878F-4EA88440575C}" destId="{D725ACAC-44C3-4F28-ADF6-F24226850573}" srcOrd="0" destOrd="0" presId="urn:microsoft.com/office/officeart/2005/8/layout/vList3"/>
    <dgm:cxn modelId="{D8AB9477-9B49-4B0F-A0F8-9B3F0EEA3348}" type="presOf" srcId="{745A3DDC-9AED-4335-9FAF-8B20B142726A}" destId="{50C42313-5EEF-48FE-AC70-B26BBE23A550}" srcOrd="0" destOrd="0" presId="urn:microsoft.com/office/officeart/2005/8/layout/vList3"/>
    <dgm:cxn modelId="{6AA4317F-39C4-4480-8D57-CD0B76FB9ADF}" srcId="{8CB67466-5C8E-449D-878F-4EA88440575C}" destId="{4FA81F79-9598-48AE-B574-DF4985150FCE}" srcOrd="2" destOrd="0" parTransId="{A1E2A724-5AD8-434D-BFA7-93BF57D706AC}" sibTransId="{1B7B13F2-09E5-48BD-AF0D-C97451CDF8B6}"/>
    <dgm:cxn modelId="{1D728A81-366E-434C-B932-37D371B2D3DA}" srcId="{8CB67466-5C8E-449D-878F-4EA88440575C}" destId="{8979F94C-0639-4F86-8F74-4D43E5F07484}" srcOrd="4" destOrd="0" parTransId="{5B4376DA-61E8-46CD-94CA-7322E70EFBB2}" sibTransId="{9D80AD64-1FD0-45F8-95B0-5BD8C89619B2}"/>
    <dgm:cxn modelId="{0BFC83B0-8EA3-4D34-9B2E-F32F404952E8}" srcId="{8CB67466-5C8E-449D-878F-4EA88440575C}" destId="{745A3DDC-9AED-4335-9FAF-8B20B142726A}" srcOrd="3" destOrd="0" parTransId="{4A30884A-085F-420D-9643-423B534D0CFC}" sibTransId="{275A6657-337C-482E-9D67-4E7F2809F979}"/>
    <dgm:cxn modelId="{4D4950B3-100D-48DF-9091-41FA877138C9}" type="presOf" srcId="{1C79FEB6-2001-45A7-823E-C9BCA5E255C8}" destId="{FFBE8833-C94A-4AF9-8300-E51FB16074C3}" srcOrd="0" destOrd="0" presId="urn:microsoft.com/office/officeart/2005/8/layout/vList3"/>
    <dgm:cxn modelId="{D4D669B5-26C7-4921-A173-E2713F213E89}" type="presOf" srcId="{8979F94C-0639-4F86-8F74-4D43E5F07484}" destId="{05C998E0-BA91-4CF9-A2C0-CC3A583EB9BE}" srcOrd="0" destOrd="0" presId="urn:microsoft.com/office/officeart/2005/8/layout/vList3"/>
    <dgm:cxn modelId="{B8A001E9-200B-44A9-BB85-50E9576A57D8}" srcId="{8CB67466-5C8E-449D-878F-4EA88440575C}" destId="{1C79FEB6-2001-45A7-823E-C9BCA5E255C8}" srcOrd="1" destOrd="0" parTransId="{7F5C7822-A8D8-49AC-B082-C257ADF2D7A1}" sibTransId="{809F6AE5-99FB-4F81-B58C-F9CCAEE89A52}"/>
    <dgm:cxn modelId="{7C3857FB-D92E-41CD-A89D-6E0BF1F0972F}" type="presOf" srcId="{612B5049-12FB-4B75-BEC9-ED0E35AC77FC}" destId="{865FFA64-2078-4841-8E7E-E83D386619F2}" srcOrd="0" destOrd="0" presId="urn:microsoft.com/office/officeart/2005/8/layout/vList3"/>
    <dgm:cxn modelId="{2A2ABB91-2162-4996-A84F-115BFA34E212}" type="presParOf" srcId="{D725ACAC-44C3-4F28-ADF6-F24226850573}" destId="{F3A13A32-F87F-4318-9875-4219619FD564}" srcOrd="0" destOrd="0" presId="urn:microsoft.com/office/officeart/2005/8/layout/vList3"/>
    <dgm:cxn modelId="{D68B7E55-0D86-40CA-8F58-F429E415E87A}" type="presParOf" srcId="{F3A13A32-F87F-4318-9875-4219619FD564}" destId="{D63AABA1-17CD-4C04-B227-FC7CC3B5D90A}" srcOrd="0" destOrd="0" presId="urn:microsoft.com/office/officeart/2005/8/layout/vList3"/>
    <dgm:cxn modelId="{941DB6E2-7CCC-44E3-9155-C57394082EB1}" type="presParOf" srcId="{F3A13A32-F87F-4318-9875-4219619FD564}" destId="{865FFA64-2078-4841-8E7E-E83D386619F2}" srcOrd="1" destOrd="0" presId="urn:microsoft.com/office/officeart/2005/8/layout/vList3"/>
    <dgm:cxn modelId="{495FB321-3404-4955-96ED-2743DF308A1A}" type="presParOf" srcId="{D725ACAC-44C3-4F28-ADF6-F24226850573}" destId="{0AC2F214-EC35-429A-8AD9-E46ACDAC592B}" srcOrd="1" destOrd="0" presId="urn:microsoft.com/office/officeart/2005/8/layout/vList3"/>
    <dgm:cxn modelId="{6DB7DC82-4BB2-4AAC-AB45-A25BA7625283}" type="presParOf" srcId="{D725ACAC-44C3-4F28-ADF6-F24226850573}" destId="{2D3456C1-FC62-4DFD-978A-099A4C8DCAB3}" srcOrd="2" destOrd="0" presId="urn:microsoft.com/office/officeart/2005/8/layout/vList3"/>
    <dgm:cxn modelId="{A3C3C977-573B-4E5C-8C92-B40385003843}" type="presParOf" srcId="{2D3456C1-FC62-4DFD-978A-099A4C8DCAB3}" destId="{CC8C5793-87D5-4DFE-AE27-967D7780504C}" srcOrd="0" destOrd="0" presId="urn:microsoft.com/office/officeart/2005/8/layout/vList3"/>
    <dgm:cxn modelId="{0635F0F4-FC75-4A86-9EE6-1E8156745E5D}" type="presParOf" srcId="{2D3456C1-FC62-4DFD-978A-099A4C8DCAB3}" destId="{FFBE8833-C94A-4AF9-8300-E51FB16074C3}" srcOrd="1" destOrd="0" presId="urn:microsoft.com/office/officeart/2005/8/layout/vList3"/>
    <dgm:cxn modelId="{1FD9BD7E-1004-42B1-8EA5-C77120BFFED5}" type="presParOf" srcId="{D725ACAC-44C3-4F28-ADF6-F24226850573}" destId="{AC82294F-983E-4DEE-9079-F01E35F54B33}" srcOrd="3" destOrd="0" presId="urn:microsoft.com/office/officeart/2005/8/layout/vList3"/>
    <dgm:cxn modelId="{39149C6D-2871-451A-B494-A17ED6BE820C}" type="presParOf" srcId="{D725ACAC-44C3-4F28-ADF6-F24226850573}" destId="{E4DE0F36-015F-4CA2-A52E-ADB78E38DD91}" srcOrd="4" destOrd="0" presId="urn:microsoft.com/office/officeart/2005/8/layout/vList3"/>
    <dgm:cxn modelId="{1E46734F-4291-4FC4-B760-9E131ACEE71E}" type="presParOf" srcId="{E4DE0F36-015F-4CA2-A52E-ADB78E38DD91}" destId="{132AE2D7-CDFC-4AD1-9742-626D0744CD39}" srcOrd="0" destOrd="0" presId="urn:microsoft.com/office/officeart/2005/8/layout/vList3"/>
    <dgm:cxn modelId="{CA781672-139B-4A24-BE05-5D941416F2EA}" type="presParOf" srcId="{E4DE0F36-015F-4CA2-A52E-ADB78E38DD91}" destId="{2E2353D9-A190-451A-B67A-203E02D745A2}" srcOrd="1" destOrd="0" presId="urn:microsoft.com/office/officeart/2005/8/layout/vList3"/>
    <dgm:cxn modelId="{53738ECB-FF5A-49D0-BCAE-0A18650149AE}" type="presParOf" srcId="{D725ACAC-44C3-4F28-ADF6-F24226850573}" destId="{45E789CD-3326-4976-8C7C-BD28C5F67C6C}" srcOrd="5" destOrd="0" presId="urn:microsoft.com/office/officeart/2005/8/layout/vList3"/>
    <dgm:cxn modelId="{AB5116F7-EACF-4DF2-A429-102853B5A1C4}" type="presParOf" srcId="{D725ACAC-44C3-4F28-ADF6-F24226850573}" destId="{6C09DB47-5A0D-42B9-998A-F3BB8EEC1105}" srcOrd="6" destOrd="0" presId="urn:microsoft.com/office/officeart/2005/8/layout/vList3"/>
    <dgm:cxn modelId="{8C9551C8-5868-4700-880E-B1EAE6F155D9}" type="presParOf" srcId="{6C09DB47-5A0D-42B9-998A-F3BB8EEC1105}" destId="{C6E39458-1825-4F29-872A-7C68A045590C}" srcOrd="0" destOrd="0" presId="urn:microsoft.com/office/officeart/2005/8/layout/vList3"/>
    <dgm:cxn modelId="{5A12A023-94DB-4682-80D8-FE1128127D1C}" type="presParOf" srcId="{6C09DB47-5A0D-42B9-998A-F3BB8EEC1105}" destId="{50C42313-5EEF-48FE-AC70-B26BBE23A550}" srcOrd="1" destOrd="0" presId="urn:microsoft.com/office/officeart/2005/8/layout/vList3"/>
    <dgm:cxn modelId="{74602941-C23A-4CC4-BB85-3DAC02128D79}" type="presParOf" srcId="{D725ACAC-44C3-4F28-ADF6-F24226850573}" destId="{28D24B27-0EC2-4DFF-BBD7-4FA5CB4C863C}" srcOrd="7" destOrd="0" presId="urn:microsoft.com/office/officeart/2005/8/layout/vList3"/>
    <dgm:cxn modelId="{9451BDDF-7DAA-4BF2-A81A-05E3BE1E1151}" type="presParOf" srcId="{D725ACAC-44C3-4F28-ADF6-F24226850573}" destId="{CE562B02-8DA1-41FE-9275-CE01D467F456}" srcOrd="8" destOrd="0" presId="urn:microsoft.com/office/officeart/2005/8/layout/vList3"/>
    <dgm:cxn modelId="{E0B43B9B-0079-4E99-921C-5DAC9808B3FB}" type="presParOf" srcId="{CE562B02-8DA1-41FE-9275-CE01D467F456}" destId="{10C51B50-2753-4D69-9688-5597FE9C7599}" srcOrd="0" destOrd="0" presId="urn:microsoft.com/office/officeart/2005/8/layout/vList3"/>
    <dgm:cxn modelId="{2D534F1F-49FF-497D-8F4C-30E46BE1CD4E}" type="presParOf" srcId="{CE562B02-8DA1-41FE-9275-CE01D467F456}" destId="{05C998E0-BA91-4CF9-A2C0-CC3A583EB9BE}" srcOrd="1" destOrd="0" presId="urn:microsoft.com/office/officeart/2005/8/layout/vList3"/>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82AAC-2B96-4F5F-BF6B-A780B8322660}">
      <dsp:nvSpPr>
        <dsp:cNvPr id="0" name=""/>
        <dsp:cNvSpPr/>
      </dsp:nvSpPr>
      <dsp:spPr>
        <a:xfrm>
          <a:off x="4204892" y="2703151"/>
          <a:ext cx="1866979" cy="1866979"/>
        </a:xfrm>
        <a:prstGeom prst="ellipse">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b="1" kern="1200" dirty="0">
              <a:solidFill>
                <a:schemeClr val="accent5">
                  <a:lumMod val="75000"/>
                </a:schemeClr>
              </a:solidFill>
              <a:latin typeface="Times New Roman" panose="02020603050405020304" pitchFamily="18" charset="0"/>
              <a:cs typeface="Times New Roman" panose="02020603050405020304" pitchFamily="18" charset="0"/>
            </a:rPr>
            <a:t>7 related tables containing Instagram post data</a:t>
          </a:r>
        </a:p>
      </dsp:txBody>
      <dsp:txXfrm>
        <a:off x="4478305" y="2976564"/>
        <a:ext cx="1320153" cy="1320153"/>
      </dsp:txXfrm>
    </dsp:sp>
    <dsp:sp modelId="{3D7D712C-4DCE-413A-9C69-B4C299DACA48}">
      <dsp:nvSpPr>
        <dsp:cNvPr id="0" name=""/>
        <dsp:cNvSpPr/>
      </dsp:nvSpPr>
      <dsp:spPr>
        <a:xfrm rot="10800000">
          <a:off x="2026364" y="3370596"/>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69A157D-4B20-448B-AB3A-145604596C06}">
      <dsp:nvSpPr>
        <dsp:cNvPr id="0" name=""/>
        <dsp:cNvSpPr/>
      </dsp:nvSpPr>
      <dsp:spPr>
        <a:xfrm>
          <a:off x="1372921" y="3113887"/>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100 </a:t>
          </a:r>
        </a:p>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users</a:t>
          </a:r>
        </a:p>
        <a:p>
          <a:pPr marL="0" lvl="0" indent="0" algn="ctr" defTabSz="800100">
            <a:lnSpc>
              <a:spcPct val="90000"/>
            </a:lnSpc>
            <a:spcBef>
              <a:spcPct val="0"/>
            </a:spcBef>
            <a:spcAft>
              <a:spcPct val="35000"/>
            </a:spcAft>
            <a:buNone/>
          </a:pPr>
          <a:endParaRPr lang="en-IN" sz="1800" kern="1200" dirty="0"/>
        </a:p>
      </dsp:txBody>
      <dsp:txXfrm>
        <a:off x="1403543" y="3144509"/>
        <a:ext cx="1245641" cy="984264"/>
      </dsp:txXfrm>
    </dsp:sp>
    <dsp:sp modelId="{B58E5224-2022-4357-BB7D-0D39AF9EDA18}">
      <dsp:nvSpPr>
        <dsp:cNvPr id="0" name=""/>
        <dsp:cNvSpPr/>
      </dsp:nvSpPr>
      <dsp:spPr>
        <a:xfrm rot="12600000">
          <a:off x="2305388" y="2329265"/>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05D6DF84-F40D-4367-9B3B-DB039319187D}">
      <dsp:nvSpPr>
        <dsp:cNvPr id="0" name=""/>
        <dsp:cNvSpPr/>
      </dsp:nvSpPr>
      <dsp:spPr>
        <a:xfrm>
          <a:off x="1789853" y="1557878"/>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7623 follows</a:t>
          </a:r>
        </a:p>
      </dsp:txBody>
      <dsp:txXfrm>
        <a:off x="1820475" y="1588500"/>
        <a:ext cx="1245641" cy="984264"/>
      </dsp:txXfrm>
    </dsp:sp>
    <dsp:sp modelId="{8BB48CA8-B6AF-4B33-B829-B6FB92521625}">
      <dsp:nvSpPr>
        <dsp:cNvPr id="0" name=""/>
        <dsp:cNvSpPr/>
      </dsp:nvSpPr>
      <dsp:spPr>
        <a:xfrm rot="14400000">
          <a:off x="3067696" y="1566957"/>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2692544B-C47A-4E31-825F-70FB907ACB20}">
      <dsp:nvSpPr>
        <dsp:cNvPr id="0" name=""/>
        <dsp:cNvSpPr/>
      </dsp:nvSpPr>
      <dsp:spPr>
        <a:xfrm>
          <a:off x="2928930" y="418800"/>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257 photos posts</a:t>
          </a:r>
        </a:p>
      </dsp:txBody>
      <dsp:txXfrm>
        <a:off x="2959552" y="449422"/>
        <a:ext cx="1245641" cy="984264"/>
      </dsp:txXfrm>
    </dsp:sp>
    <dsp:sp modelId="{1E1E476B-5FC9-4ED1-827F-D69D10526167}">
      <dsp:nvSpPr>
        <dsp:cNvPr id="0" name=""/>
        <dsp:cNvSpPr/>
      </dsp:nvSpPr>
      <dsp:spPr>
        <a:xfrm rot="16200000">
          <a:off x="4109027" y="1287933"/>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BD12F6F4-A74D-4D85-8D50-086283AF49F6}">
      <dsp:nvSpPr>
        <dsp:cNvPr id="0" name=""/>
        <dsp:cNvSpPr/>
      </dsp:nvSpPr>
      <dsp:spPr>
        <a:xfrm>
          <a:off x="4484939" y="1869"/>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8782 likes</a:t>
          </a:r>
        </a:p>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on photos</a:t>
          </a:r>
        </a:p>
      </dsp:txBody>
      <dsp:txXfrm>
        <a:off x="4515561" y="32491"/>
        <a:ext cx="1245641" cy="984264"/>
      </dsp:txXfrm>
    </dsp:sp>
    <dsp:sp modelId="{E4EC2BBE-AE21-4359-9683-084036136716}">
      <dsp:nvSpPr>
        <dsp:cNvPr id="0" name=""/>
        <dsp:cNvSpPr/>
      </dsp:nvSpPr>
      <dsp:spPr>
        <a:xfrm rot="18000000">
          <a:off x="5150359" y="1566957"/>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540CA245-B189-40F6-87B0-62DC371A88D1}">
      <dsp:nvSpPr>
        <dsp:cNvPr id="0" name=""/>
        <dsp:cNvSpPr/>
      </dsp:nvSpPr>
      <dsp:spPr>
        <a:xfrm>
          <a:off x="6040948" y="418800"/>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7488 comments</a:t>
          </a:r>
        </a:p>
      </dsp:txBody>
      <dsp:txXfrm>
        <a:off x="6071570" y="449422"/>
        <a:ext cx="1245641" cy="984264"/>
      </dsp:txXfrm>
    </dsp:sp>
    <dsp:sp modelId="{C8BE880C-149D-4A64-A2AE-DB5FC3152443}">
      <dsp:nvSpPr>
        <dsp:cNvPr id="0" name=""/>
        <dsp:cNvSpPr/>
      </dsp:nvSpPr>
      <dsp:spPr>
        <a:xfrm rot="19800000">
          <a:off x="5912667" y="2329265"/>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96499DB5-D0BB-49CD-A8D5-0D30A9BB3BA7}">
      <dsp:nvSpPr>
        <dsp:cNvPr id="0" name=""/>
        <dsp:cNvSpPr/>
      </dsp:nvSpPr>
      <dsp:spPr>
        <a:xfrm>
          <a:off x="7180026" y="1557878"/>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21 tags</a:t>
          </a:r>
        </a:p>
      </dsp:txBody>
      <dsp:txXfrm>
        <a:off x="7210648" y="1588500"/>
        <a:ext cx="1245641" cy="984264"/>
      </dsp:txXfrm>
    </dsp:sp>
    <dsp:sp modelId="{CDFC44AB-894A-49BE-8A64-5E5E6D81F52B}">
      <dsp:nvSpPr>
        <dsp:cNvPr id="0" name=""/>
        <dsp:cNvSpPr/>
      </dsp:nvSpPr>
      <dsp:spPr>
        <a:xfrm>
          <a:off x="6191691" y="3370596"/>
          <a:ext cx="2058709" cy="532089"/>
        </a:xfrm>
        <a:prstGeom prst="leftArrow">
          <a:avLst>
            <a:gd name="adj1" fmla="val 60000"/>
            <a:gd name="adj2" fmla="val 50000"/>
          </a:avLst>
        </a:prstGeom>
        <a:solidFill>
          <a:schemeClr val="dk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BCA166AC-0CD8-4F15-9D4A-4B272FF9AEBF}">
      <dsp:nvSpPr>
        <dsp:cNvPr id="0" name=""/>
        <dsp:cNvSpPr/>
      </dsp:nvSpPr>
      <dsp:spPr>
        <a:xfrm>
          <a:off x="7596957" y="3113887"/>
          <a:ext cx="1306885" cy="1045508"/>
        </a:xfrm>
        <a:prstGeom prst="roundRect">
          <a:avLst>
            <a:gd name="adj" fmla="val 1000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501 </a:t>
          </a:r>
          <a:r>
            <a:rPr lang="en-IN" sz="1800" b="1" kern="1200" dirty="0" err="1">
              <a:solidFill>
                <a:schemeClr val="accent5">
                  <a:lumMod val="75000"/>
                </a:schemeClr>
              </a:solidFill>
              <a:latin typeface="Times New Roman" panose="02020603050405020304" pitchFamily="18" charset="0"/>
              <a:cs typeface="Times New Roman" panose="02020603050405020304" pitchFamily="18" charset="0"/>
            </a:rPr>
            <a:t>photo_tags</a:t>
          </a:r>
          <a:endParaRPr lang="en-IN" sz="1800" b="1" kern="1200" dirty="0">
            <a:solidFill>
              <a:schemeClr val="accent5">
                <a:lumMod val="75000"/>
              </a:schemeClr>
            </a:solidFill>
            <a:latin typeface="Times New Roman" panose="02020603050405020304" pitchFamily="18" charset="0"/>
            <a:cs typeface="Times New Roman" panose="02020603050405020304" pitchFamily="18" charset="0"/>
          </a:endParaRPr>
        </a:p>
      </dsp:txBody>
      <dsp:txXfrm>
        <a:off x="7627579" y="3144509"/>
        <a:ext cx="1245641" cy="9842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4C1C6-281C-4666-BF1C-AE76EAC2B24F}">
      <dsp:nvSpPr>
        <dsp:cNvPr id="0" name=""/>
        <dsp:cNvSpPr/>
      </dsp:nvSpPr>
      <dsp:spPr>
        <a:xfrm rot="5400000">
          <a:off x="1253939" y="651840"/>
          <a:ext cx="640923" cy="729669"/>
        </a:xfrm>
        <a:prstGeom prst="bentUpArrow">
          <a:avLst>
            <a:gd name="adj1" fmla="val 32840"/>
            <a:gd name="adj2" fmla="val 25000"/>
            <a:gd name="adj3" fmla="val 35780"/>
          </a:avLst>
        </a:prstGeom>
        <a:solidFill>
          <a:schemeClr val="dk1">
            <a:tint val="40000"/>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3E7716-0D6C-4A78-9439-4862651519D0}">
      <dsp:nvSpPr>
        <dsp:cNvPr id="0" name=""/>
        <dsp:cNvSpPr/>
      </dsp:nvSpPr>
      <dsp:spPr>
        <a:xfrm>
          <a:off x="60361" y="34111"/>
          <a:ext cx="3339648"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latin typeface="Times New Roman" panose="02020603050405020304" pitchFamily="18" charset="0"/>
              <a:cs typeface="Times New Roman" panose="02020603050405020304" pitchFamily="18" charset="0"/>
            </a:rPr>
            <a:t>Identify the database schema</a:t>
          </a:r>
        </a:p>
      </dsp:txBody>
      <dsp:txXfrm>
        <a:off x="97234" y="70984"/>
        <a:ext cx="3265902" cy="681475"/>
      </dsp:txXfrm>
    </dsp:sp>
    <dsp:sp modelId="{08122123-481A-474D-BB5B-4066A9582ABF}">
      <dsp:nvSpPr>
        <dsp:cNvPr id="0" name=""/>
        <dsp:cNvSpPr/>
      </dsp:nvSpPr>
      <dsp:spPr>
        <a:xfrm>
          <a:off x="2269654" y="106139"/>
          <a:ext cx="784717" cy="610403"/>
        </a:xfrm>
        <a:prstGeom prst="rect">
          <a:avLst/>
        </a:prstGeom>
        <a:noFill/>
        <a:ln>
          <a:noFill/>
        </a:ln>
        <a:effectLst/>
      </dsp:spPr>
      <dsp:style>
        <a:lnRef idx="0">
          <a:scrgbClr r="0" g="0" b="0"/>
        </a:lnRef>
        <a:fillRef idx="0">
          <a:scrgbClr r="0" g="0" b="0"/>
        </a:fillRef>
        <a:effectRef idx="0">
          <a:scrgbClr r="0" g="0" b="0"/>
        </a:effectRef>
        <a:fontRef idx="minor"/>
      </dsp:style>
    </dsp:sp>
    <dsp:sp modelId="{17269381-0AC4-448A-9AFD-1D25DA54C12D}">
      <dsp:nvSpPr>
        <dsp:cNvPr id="0" name=""/>
        <dsp:cNvSpPr/>
      </dsp:nvSpPr>
      <dsp:spPr>
        <a:xfrm rot="5400000">
          <a:off x="2576072" y="1617505"/>
          <a:ext cx="640923" cy="729669"/>
        </a:xfrm>
        <a:prstGeom prst="bentUpArrow">
          <a:avLst>
            <a:gd name="adj1" fmla="val 32840"/>
            <a:gd name="adj2" fmla="val 25000"/>
            <a:gd name="adj3" fmla="val 35780"/>
          </a:avLst>
        </a:prstGeom>
        <a:solidFill>
          <a:schemeClr val="dk1">
            <a:tint val="40000"/>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54D356-3F5A-4692-82BF-1B98B7F03ABC}">
      <dsp:nvSpPr>
        <dsp:cNvPr id="0" name=""/>
        <dsp:cNvSpPr/>
      </dsp:nvSpPr>
      <dsp:spPr>
        <a:xfrm>
          <a:off x="1948825" y="847206"/>
          <a:ext cx="3210532"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Data Cleaning in MySQL Workbench</a:t>
          </a:r>
        </a:p>
      </dsp:txBody>
      <dsp:txXfrm>
        <a:off x="1985698" y="884079"/>
        <a:ext cx="3136786" cy="681475"/>
      </dsp:txXfrm>
    </dsp:sp>
    <dsp:sp modelId="{7D8EE543-9AA5-4464-8EC1-DBE5AB51AA90}">
      <dsp:nvSpPr>
        <dsp:cNvPr id="0" name=""/>
        <dsp:cNvSpPr/>
      </dsp:nvSpPr>
      <dsp:spPr>
        <a:xfrm>
          <a:off x="3808127" y="954502"/>
          <a:ext cx="784717" cy="610403"/>
        </a:xfrm>
        <a:prstGeom prst="rect">
          <a:avLst/>
        </a:prstGeom>
        <a:noFill/>
        <a:ln>
          <a:noFill/>
        </a:ln>
        <a:effectLst/>
      </dsp:spPr>
      <dsp:style>
        <a:lnRef idx="0">
          <a:scrgbClr r="0" g="0" b="0"/>
        </a:lnRef>
        <a:fillRef idx="0">
          <a:scrgbClr r="0" g="0" b="0"/>
        </a:fillRef>
        <a:effectRef idx="0">
          <a:scrgbClr r="0" g="0" b="0"/>
        </a:effectRef>
        <a:fontRef idx="minor"/>
      </dsp:style>
    </dsp:sp>
    <dsp:sp modelId="{71C4160C-56AB-408C-BDAB-CE55DECE76BF}">
      <dsp:nvSpPr>
        <dsp:cNvPr id="0" name=""/>
        <dsp:cNvSpPr/>
      </dsp:nvSpPr>
      <dsp:spPr>
        <a:xfrm rot="5400000">
          <a:off x="4605890" y="2434226"/>
          <a:ext cx="640923" cy="729669"/>
        </a:xfrm>
        <a:prstGeom prst="bentUpArrow">
          <a:avLst>
            <a:gd name="adj1" fmla="val 32840"/>
            <a:gd name="adj2" fmla="val 25000"/>
            <a:gd name="adj3" fmla="val 35780"/>
          </a:avLst>
        </a:prstGeom>
        <a:solidFill>
          <a:schemeClr val="dk1">
            <a:tint val="40000"/>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289D29-3075-4A02-AA79-11EE11D8280F}">
      <dsp:nvSpPr>
        <dsp:cNvPr id="0" name=""/>
        <dsp:cNvSpPr/>
      </dsp:nvSpPr>
      <dsp:spPr>
        <a:xfrm>
          <a:off x="3266423" y="1730838"/>
          <a:ext cx="4155240"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Identified metrics to find high engagement users</a:t>
          </a:r>
        </a:p>
      </dsp:txBody>
      <dsp:txXfrm>
        <a:off x="3303296" y="1767711"/>
        <a:ext cx="4081494" cy="681475"/>
      </dsp:txXfrm>
    </dsp:sp>
    <dsp:sp modelId="{58FB32C3-2AD3-4323-837F-A954D300342B}">
      <dsp:nvSpPr>
        <dsp:cNvPr id="0" name=""/>
        <dsp:cNvSpPr/>
      </dsp:nvSpPr>
      <dsp:spPr>
        <a:xfrm>
          <a:off x="5883513" y="1802865"/>
          <a:ext cx="784717" cy="610403"/>
        </a:xfrm>
        <a:prstGeom prst="rect">
          <a:avLst/>
        </a:prstGeom>
        <a:noFill/>
        <a:ln>
          <a:noFill/>
        </a:ln>
        <a:effectLst/>
      </dsp:spPr>
      <dsp:style>
        <a:lnRef idx="0">
          <a:scrgbClr r="0" g="0" b="0"/>
        </a:lnRef>
        <a:fillRef idx="0">
          <a:scrgbClr r="0" g="0" b="0"/>
        </a:fillRef>
        <a:effectRef idx="0">
          <a:scrgbClr r="0" g="0" b="0"/>
        </a:effectRef>
        <a:fontRef idx="minor"/>
      </dsp:style>
    </dsp:sp>
    <dsp:sp modelId="{51959A1E-7679-41F4-8696-3709F4355FB8}">
      <dsp:nvSpPr>
        <dsp:cNvPr id="0" name=""/>
        <dsp:cNvSpPr/>
      </dsp:nvSpPr>
      <dsp:spPr>
        <a:xfrm rot="5400000">
          <a:off x="6123551" y="3259286"/>
          <a:ext cx="640923" cy="729669"/>
        </a:xfrm>
        <a:prstGeom prst="bentUpArrow">
          <a:avLst>
            <a:gd name="adj1" fmla="val 32840"/>
            <a:gd name="adj2" fmla="val 25000"/>
            <a:gd name="adj3" fmla="val 35780"/>
          </a:avLst>
        </a:prstGeom>
        <a:solidFill>
          <a:schemeClr val="dk1">
            <a:tint val="40000"/>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89A8AD-58F8-4CA7-90EA-AA46EF9D0F21}">
      <dsp:nvSpPr>
        <dsp:cNvPr id="0" name=""/>
        <dsp:cNvSpPr/>
      </dsp:nvSpPr>
      <dsp:spPr>
        <a:xfrm>
          <a:off x="5301311" y="2564308"/>
          <a:ext cx="4353171"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Ran queries sing CTEs and other SQL concepts to fetch relevant data</a:t>
          </a:r>
        </a:p>
      </dsp:txBody>
      <dsp:txXfrm>
        <a:off x="5338184" y="2601181"/>
        <a:ext cx="4279425" cy="681475"/>
      </dsp:txXfrm>
    </dsp:sp>
    <dsp:sp modelId="{523EB047-F4E4-48EA-A23C-BF2F5F1C3E80}">
      <dsp:nvSpPr>
        <dsp:cNvPr id="0" name=""/>
        <dsp:cNvSpPr/>
      </dsp:nvSpPr>
      <dsp:spPr>
        <a:xfrm>
          <a:off x="7585510" y="2651229"/>
          <a:ext cx="784717" cy="610403"/>
        </a:xfrm>
        <a:prstGeom prst="rect">
          <a:avLst/>
        </a:prstGeom>
        <a:noFill/>
        <a:ln>
          <a:noFill/>
        </a:ln>
        <a:effectLst/>
      </dsp:spPr>
      <dsp:style>
        <a:lnRef idx="0">
          <a:scrgbClr r="0" g="0" b="0"/>
        </a:lnRef>
        <a:fillRef idx="0">
          <a:scrgbClr r="0" g="0" b="0"/>
        </a:fillRef>
        <a:effectRef idx="0">
          <a:scrgbClr r="0" g="0" b="0"/>
        </a:effectRef>
        <a:fontRef idx="minor"/>
      </dsp:style>
    </dsp:sp>
    <dsp:sp modelId="{D73724C6-C77B-49F0-AD8F-C5209CADBABA}">
      <dsp:nvSpPr>
        <dsp:cNvPr id="0" name=""/>
        <dsp:cNvSpPr/>
      </dsp:nvSpPr>
      <dsp:spPr>
        <a:xfrm rot="5400000">
          <a:off x="7398310" y="4207120"/>
          <a:ext cx="640923" cy="729669"/>
        </a:xfrm>
        <a:prstGeom prst="bentUpArrow">
          <a:avLst>
            <a:gd name="adj1" fmla="val 32840"/>
            <a:gd name="adj2" fmla="val 25000"/>
            <a:gd name="adj3" fmla="val 35780"/>
          </a:avLst>
        </a:prstGeom>
        <a:solidFill>
          <a:schemeClr val="dk1">
            <a:tint val="40000"/>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9143C0-94FF-4FA2-BE51-ADB9A70B266D}">
      <dsp:nvSpPr>
        <dsp:cNvPr id="0" name=""/>
        <dsp:cNvSpPr/>
      </dsp:nvSpPr>
      <dsp:spPr>
        <a:xfrm>
          <a:off x="6821210" y="3403050"/>
          <a:ext cx="3764092"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Generated insights using SQL queries</a:t>
          </a:r>
        </a:p>
      </dsp:txBody>
      <dsp:txXfrm>
        <a:off x="6858083" y="3439923"/>
        <a:ext cx="3690346" cy="681475"/>
      </dsp:txXfrm>
    </dsp:sp>
    <dsp:sp modelId="{AE4257EF-7114-4E8B-BEDE-000C7463369D}">
      <dsp:nvSpPr>
        <dsp:cNvPr id="0" name=""/>
        <dsp:cNvSpPr/>
      </dsp:nvSpPr>
      <dsp:spPr>
        <a:xfrm>
          <a:off x="8894002" y="3499592"/>
          <a:ext cx="784717" cy="610403"/>
        </a:xfrm>
        <a:prstGeom prst="rect">
          <a:avLst/>
        </a:prstGeom>
        <a:noFill/>
        <a:ln>
          <a:noFill/>
        </a:ln>
        <a:effectLst/>
      </dsp:spPr>
      <dsp:style>
        <a:lnRef idx="0">
          <a:scrgbClr r="0" g="0" b="0"/>
        </a:lnRef>
        <a:fillRef idx="0">
          <a:scrgbClr r="0" g="0" b="0"/>
        </a:fillRef>
        <a:effectRef idx="0">
          <a:scrgbClr r="0" g="0" b="0"/>
        </a:effectRef>
        <a:fontRef idx="minor"/>
      </dsp:style>
    </dsp:sp>
    <dsp:sp modelId="{FC61D778-3816-49FB-A62A-234C655FE874}">
      <dsp:nvSpPr>
        <dsp:cNvPr id="0" name=""/>
        <dsp:cNvSpPr/>
      </dsp:nvSpPr>
      <dsp:spPr>
        <a:xfrm>
          <a:off x="8075518" y="4275928"/>
          <a:ext cx="3792263" cy="755221"/>
        </a:xfrm>
        <a:prstGeom prst="roundRect">
          <a:avLst>
            <a:gd name="adj" fmla="val 16670"/>
          </a:avLst>
        </a:prstGeom>
        <a:solidFill>
          <a:schemeClr val="bg1">
            <a:lumMod val="95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accent5">
                  <a:lumMod val="75000"/>
                </a:schemeClr>
              </a:solidFill>
              <a:latin typeface="Times New Roman" panose="02020603050405020304" pitchFamily="18" charset="0"/>
              <a:cs typeface="Times New Roman" panose="02020603050405020304" pitchFamily="18" charset="0"/>
            </a:rPr>
            <a:t>Made recommendations to optimize Instagram marketing</a:t>
          </a:r>
        </a:p>
      </dsp:txBody>
      <dsp:txXfrm>
        <a:off x="8112391" y="4312801"/>
        <a:ext cx="3718517" cy="681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FFA64-2078-4841-8E7E-E83D386619F2}">
      <dsp:nvSpPr>
        <dsp:cNvPr id="0" name=""/>
        <dsp:cNvSpPr/>
      </dsp:nvSpPr>
      <dsp:spPr>
        <a:xfrm rot="10800000">
          <a:off x="122020" y="1928"/>
          <a:ext cx="9418573" cy="803712"/>
        </a:xfrm>
        <a:prstGeom prst="homePlate">
          <a:avLst/>
        </a:prstGeom>
        <a:solidFill>
          <a:schemeClr val="bg1">
            <a:lumMod val="9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415" tIns="83820" rIns="156464" bIns="83820" numCol="1" spcCol="1270" anchor="ctr" anchorCtr="0">
          <a:noAutofit/>
        </a:bodyPr>
        <a:lstStyle/>
        <a:p>
          <a:pPr marL="0" lvl="0" indent="0" algn="ctr" defTabSz="977900" rtl="0">
            <a:lnSpc>
              <a:spcPct val="90000"/>
            </a:lnSpc>
            <a:spcBef>
              <a:spcPct val="0"/>
            </a:spcBef>
            <a:spcAft>
              <a:spcPct val="35000"/>
            </a:spcAft>
            <a:buNone/>
          </a:pPr>
          <a:r>
            <a:rPr lang="en-IN" sz="2200" kern="1200">
              <a:solidFill>
                <a:schemeClr val="accent5">
                  <a:lumMod val="75000"/>
                </a:schemeClr>
              </a:solidFill>
              <a:latin typeface="Times New Roman" panose="02020603050405020304" pitchFamily="18" charset="0"/>
              <a:cs typeface="Times New Roman" panose="02020603050405020304" pitchFamily="18" charset="0"/>
            </a:rPr>
            <a:t>     Send </a:t>
          </a: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notifications about friends’ recent activities or anniversaries of their account creation.</a:t>
          </a:r>
        </a:p>
      </dsp:txBody>
      <dsp:txXfrm rot="10800000">
        <a:off x="322948" y="1928"/>
        <a:ext cx="9217645" cy="803712"/>
      </dsp:txXfrm>
    </dsp:sp>
    <dsp:sp modelId="{D63AABA1-17CD-4C04-B227-FC7CC3B5D90A}">
      <dsp:nvSpPr>
        <dsp:cNvPr id="0" name=""/>
        <dsp:cNvSpPr/>
      </dsp:nvSpPr>
      <dsp:spPr>
        <a:xfrm>
          <a:off x="232012" y="0"/>
          <a:ext cx="803712" cy="803712"/>
        </a:xfrm>
        <a:prstGeom prst="ellipse">
          <a:avLst/>
        </a:prstGeom>
        <a:blipFill rotWithShape="1">
          <a:blip xmlns:r="http://schemas.openxmlformats.org/officeDocument/2006/relationships" r:embed="rId1"/>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BE8833-C94A-4AF9-8300-E51FB16074C3}">
      <dsp:nvSpPr>
        <dsp:cNvPr id="0" name=""/>
        <dsp:cNvSpPr/>
      </dsp:nvSpPr>
      <dsp:spPr>
        <a:xfrm rot="10800000">
          <a:off x="94872" y="1045554"/>
          <a:ext cx="9472869" cy="803712"/>
        </a:xfrm>
        <a:prstGeom prst="homePlate">
          <a:avLst/>
        </a:prstGeom>
        <a:solidFill>
          <a:schemeClr val="bg1">
            <a:lumMod val="9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415" tIns="83820" rIns="156464" bIns="83820" numCol="1" spcCol="1270" anchor="ctr" anchorCtr="0">
          <a:noAutofit/>
        </a:bodyPr>
        <a:lstStyle/>
        <a:p>
          <a:pPr marL="0" lvl="0" indent="0" algn="ctr" defTabSz="977900" rtl="0">
            <a:lnSpc>
              <a:spcPct val="90000"/>
            </a:lnSpc>
            <a:spcBef>
              <a:spcPct val="0"/>
            </a:spcBef>
            <a:spcAft>
              <a:spcPct val="35000"/>
            </a:spcAft>
            <a:buNone/>
          </a:pP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Introduce challenges or streak rewards to encourage regular activity.</a:t>
          </a:r>
        </a:p>
      </dsp:txBody>
      <dsp:txXfrm rot="10800000">
        <a:off x="295800" y="1045554"/>
        <a:ext cx="9271941" cy="803712"/>
      </dsp:txXfrm>
    </dsp:sp>
    <dsp:sp modelId="{CC8C5793-87D5-4DFE-AE27-967D7780504C}">
      <dsp:nvSpPr>
        <dsp:cNvPr id="0" name=""/>
        <dsp:cNvSpPr/>
      </dsp:nvSpPr>
      <dsp:spPr>
        <a:xfrm>
          <a:off x="353115" y="1028579"/>
          <a:ext cx="803712" cy="803712"/>
        </a:xfrm>
        <a:prstGeom prst="ellipse">
          <a:avLst/>
        </a:prstGeom>
        <a:blipFill rotWithShape="1">
          <a:blip xmlns:r="http://schemas.openxmlformats.org/officeDocument/2006/relationships" r:embed="rId2"/>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2353D9-A190-451A-B67A-203E02D745A2}">
      <dsp:nvSpPr>
        <dsp:cNvPr id="0" name=""/>
        <dsp:cNvSpPr/>
      </dsp:nvSpPr>
      <dsp:spPr>
        <a:xfrm rot="10800000">
          <a:off x="135579" y="2089180"/>
          <a:ext cx="9391456" cy="803712"/>
        </a:xfrm>
        <a:prstGeom prst="homePlate">
          <a:avLst/>
        </a:prstGeom>
        <a:solidFill>
          <a:schemeClr val="bg1">
            <a:lumMod val="9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415" tIns="83820" rIns="156464" bIns="83820" numCol="1" spcCol="1270" anchor="ctr" anchorCtr="0">
          <a:noAutofit/>
        </a:bodyPr>
        <a:lstStyle/>
        <a:p>
          <a:pPr marL="0" lvl="0" indent="0" algn="ctr" defTabSz="977900" rtl="0">
            <a:lnSpc>
              <a:spcPct val="90000"/>
            </a:lnSpc>
            <a:spcBef>
              <a:spcPct val="0"/>
            </a:spcBef>
            <a:spcAft>
              <a:spcPct val="35000"/>
            </a:spcAft>
            <a:buNone/>
          </a:pP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Recommend trending </a:t>
          </a:r>
          <a:r>
            <a:rPr lang="en-IN" sz="2200" kern="1200" dirty="0" err="1">
              <a:solidFill>
                <a:schemeClr val="accent5">
                  <a:lumMod val="75000"/>
                </a:schemeClr>
              </a:solidFill>
              <a:latin typeface="Times New Roman" panose="02020603050405020304" pitchFamily="18" charset="0"/>
              <a:cs typeface="Times New Roman" panose="02020603050405020304" pitchFamily="18" charset="0"/>
            </a:rPr>
            <a:t>hashtags</a:t>
          </a: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 or content </a:t>
          </a:r>
          <a:r>
            <a:rPr lang="en-IN" sz="2200" kern="1200">
              <a:solidFill>
                <a:schemeClr val="accent5">
                  <a:lumMod val="75000"/>
                </a:schemeClr>
              </a:solidFill>
              <a:latin typeface="Times New Roman" panose="02020603050405020304" pitchFamily="18" charset="0"/>
              <a:cs typeface="Times New Roman" panose="02020603050405020304" pitchFamily="18" charset="0"/>
            </a:rPr>
            <a:t>topics </a:t>
          </a:r>
          <a:r>
            <a:rPr lang="en-IN" sz="2200" kern="1200">
              <a:solidFill>
                <a:schemeClr val="tx1"/>
              </a:solidFill>
              <a:latin typeface="Times New Roman" panose="02020603050405020304" pitchFamily="18" charset="0"/>
              <a:cs typeface="Times New Roman" panose="02020603050405020304" pitchFamily="18" charset="0"/>
            </a:rPr>
            <a:t>.</a:t>
          </a:r>
          <a:endParaRPr lang="en-IN" sz="2200" kern="1200" dirty="0">
            <a:solidFill>
              <a:schemeClr val="tx1"/>
            </a:solidFill>
            <a:latin typeface="Times New Roman" panose="02020603050405020304" pitchFamily="18" charset="0"/>
            <a:cs typeface="Times New Roman" panose="02020603050405020304" pitchFamily="18" charset="0"/>
          </a:endParaRPr>
        </a:p>
      </dsp:txBody>
      <dsp:txXfrm rot="10800000">
        <a:off x="336507" y="2089180"/>
        <a:ext cx="9190528" cy="803712"/>
      </dsp:txXfrm>
    </dsp:sp>
    <dsp:sp modelId="{132AE2D7-CDFC-4AD1-9742-626D0744CD39}">
      <dsp:nvSpPr>
        <dsp:cNvPr id="0" name=""/>
        <dsp:cNvSpPr/>
      </dsp:nvSpPr>
      <dsp:spPr>
        <a:xfrm>
          <a:off x="396283" y="2089180"/>
          <a:ext cx="803712" cy="803712"/>
        </a:xfrm>
        <a:prstGeom prst="ellipse">
          <a:avLst/>
        </a:prstGeom>
        <a:blipFill rotWithShape="1">
          <a:blip xmlns:r="http://schemas.openxmlformats.org/officeDocument/2006/relationships" r:embed="rId3"/>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C42313-5EEF-48FE-AC70-B26BBE23A550}">
      <dsp:nvSpPr>
        <dsp:cNvPr id="0" name=""/>
        <dsp:cNvSpPr/>
      </dsp:nvSpPr>
      <dsp:spPr>
        <a:xfrm rot="10800000">
          <a:off x="135611" y="3132806"/>
          <a:ext cx="9391392" cy="803712"/>
        </a:xfrm>
        <a:prstGeom prst="homePlate">
          <a:avLst/>
        </a:prstGeom>
        <a:solidFill>
          <a:schemeClr val="bg1">
            <a:lumMod val="9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415" tIns="83820" rIns="156464" bIns="83820" numCol="1" spcCol="1270" anchor="ctr" anchorCtr="0">
          <a:noAutofit/>
        </a:bodyPr>
        <a:lstStyle/>
        <a:p>
          <a:pPr marL="0" lvl="0" indent="0" algn="ctr" defTabSz="977900" rtl="0">
            <a:lnSpc>
              <a:spcPct val="90000"/>
            </a:lnSpc>
            <a:spcBef>
              <a:spcPct val="0"/>
            </a:spcBef>
            <a:spcAft>
              <a:spcPct val="35000"/>
            </a:spcAft>
            <a:buNone/>
          </a:pP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Offer discounts, free features, or additional storage for becoming active again.</a:t>
          </a:r>
        </a:p>
      </dsp:txBody>
      <dsp:txXfrm rot="10800000">
        <a:off x="336539" y="3132806"/>
        <a:ext cx="9190464" cy="803712"/>
      </dsp:txXfrm>
    </dsp:sp>
    <dsp:sp modelId="{C6E39458-1825-4F29-872A-7C68A045590C}">
      <dsp:nvSpPr>
        <dsp:cNvPr id="0" name=""/>
        <dsp:cNvSpPr/>
      </dsp:nvSpPr>
      <dsp:spPr>
        <a:xfrm>
          <a:off x="22090" y="3161587"/>
          <a:ext cx="803712" cy="803712"/>
        </a:xfrm>
        <a:prstGeom prst="ellipse">
          <a:avLst/>
        </a:prstGeom>
        <a:blipFill rotWithShape="1">
          <a:blip xmlns:r="http://schemas.openxmlformats.org/officeDocument/2006/relationships" r:embed="rId4"/>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C998E0-BA91-4CF9-A2C0-CC3A583EB9BE}">
      <dsp:nvSpPr>
        <dsp:cNvPr id="0" name=""/>
        <dsp:cNvSpPr/>
      </dsp:nvSpPr>
      <dsp:spPr>
        <a:xfrm rot="10800000">
          <a:off x="135611" y="4176432"/>
          <a:ext cx="9391392" cy="803712"/>
        </a:xfrm>
        <a:prstGeom prst="homePlate">
          <a:avLst/>
        </a:prstGeom>
        <a:solidFill>
          <a:schemeClr val="bg1">
            <a:lumMod val="9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415" tIns="83820" rIns="156464" bIns="83820" numCol="1" spcCol="1270" anchor="ctr" anchorCtr="0">
          <a:noAutofit/>
        </a:bodyPr>
        <a:lstStyle/>
        <a:p>
          <a:pPr marL="0" lvl="0" indent="0" algn="ctr" defTabSz="977900" rtl="0">
            <a:lnSpc>
              <a:spcPct val="90000"/>
            </a:lnSpc>
            <a:spcBef>
              <a:spcPct val="0"/>
            </a:spcBef>
            <a:spcAft>
              <a:spcPct val="35000"/>
            </a:spcAft>
            <a:buNone/>
          </a:pPr>
          <a:r>
            <a:rPr lang="en-IN" sz="2200" kern="1200" dirty="0">
              <a:solidFill>
                <a:schemeClr val="accent5">
                  <a:lumMod val="75000"/>
                </a:schemeClr>
              </a:solidFill>
              <a:latin typeface="Times New Roman" panose="02020603050405020304" pitchFamily="18" charset="0"/>
              <a:cs typeface="Times New Roman" panose="02020603050405020304" pitchFamily="18" charset="0"/>
            </a:rPr>
            <a:t>Engage users through surveys to understand why they became inactive and address their concerns</a:t>
          </a:r>
          <a:r>
            <a:rPr lang="en-IN" sz="2200" kern="1200" dirty="0">
              <a:solidFill>
                <a:schemeClr val="accent5">
                  <a:lumMod val="75000"/>
                </a:schemeClr>
              </a:solidFill>
            </a:rPr>
            <a:t>.</a:t>
          </a:r>
        </a:p>
      </dsp:txBody>
      <dsp:txXfrm rot="10800000">
        <a:off x="336539" y="4176432"/>
        <a:ext cx="9190464" cy="803712"/>
      </dsp:txXfrm>
    </dsp:sp>
    <dsp:sp modelId="{10C51B50-2753-4D69-9688-5597FE9C7599}">
      <dsp:nvSpPr>
        <dsp:cNvPr id="0" name=""/>
        <dsp:cNvSpPr/>
      </dsp:nvSpPr>
      <dsp:spPr>
        <a:xfrm>
          <a:off x="180406" y="4162038"/>
          <a:ext cx="803712" cy="803712"/>
        </a:xfrm>
        <a:prstGeom prst="ellipse">
          <a:avLst/>
        </a:prstGeom>
        <a:blipFill rotWithShape="1">
          <a:blip xmlns:r="http://schemas.openxmlformats.org/officeDocument/2006/relationships" r:embed="rId5"/>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0.09572</cdr:x>
      <cdr:y>0.03566</cdr:y>
    </cdr:from>
    <cdr:to>
      <cdr:x>0.13805</cdr:x>
      <cdr:y>0.10699</cdr:y>
    </cdr:to>
    <cdr:sp macro="" textlink="">
      <cdr:nvSpPr>
        <cdr:cNvPr id="2" name="TextBox 1"/>
        <cdr:cNvSpPr txBox="1"/>
      </cdr:nvSpPr>
      <cdr:spPr>
        <a:xfrm xmlns:a="http://schemas.openxmlformats.org/drawingml/2006/main">
          <a:off x="813991" y="144015"/>
          <a:ext cx="360040" cy="28803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dirty="0">
              <a:solidFill>
                <a:schemeClr val="bg1"/>
              </a:solidFill>
            </a:rPr>
            <a:t>1</a:t>
          </a:r>
          <a:endParaRPr lang="en-IN" sz="1100" dirty="0">
            <a:solidFill>
              <a:schemeClr val="bg1"/>
            </a:solidFill>
          </a:endParaRPr>
        </a:p>
      </cdr:txBody>
    </cdr:sp>
  </cdr:relSizeAnchor>
  <cdr:relSizeAnchor xmlns:cdr="http://schemas.openxmlformats.org/drawingml/2006/chartDrawing">
    <cdr:from>
      <cdr:x>0.23966</cdr:x>
      <cdr:y>0.08916</cdr:y>
    </cdr:from>
    <cdr:to>
      <cdr:x>0.282</cdr:x>
      <cdr:y>0.16048</cdr:y>
    </cdr:to>
    <cdr:sp macro="" textlink="">
      <cdr:nvSpPr>
        <cdr:cNvPr id="4" name="TextBox 1"/>
        <cdr:cNvSpPr txBox="1"/>
      </cdr:nvSpPr>
      <cdr:spPr>
        <a:xfrm xmlns:a="http://schemas.openxmlformats.org/drawingml/2006/main">
          <a:off x="2038127" y="360039"/>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a:solidFill>
                <a:schemeClr val="bg1"/>
              </a:solidFill>
            </a:rPr>
            <a:t>3</a:t>
          </a:r>
          <a:endParaRPr lang="en-IN" sz="1100" dirty="0">
            <a:solidFill>
              <a:schemeClr val="bg1"/>
            </a:solidFill>
          </a:endParaRPr>
        </a:p>
      </cdr:txBody>
    </cdr:sp>
  </cdr:relSizeAnchor>
  <cdr:relSizeAnchor xmlns:cdr="http://schemas.openxmlformats.org/drawingml/2006/chartDrawing">
    <cdr:from>
      <cdr:x>0.3074</cdr:x>
      <cdr:y>0.12482</cdr:y>
    </cdr:from>
    <cdr:to>
      <cdr:x>0.34974</cdr:x>
      <cdr:y>0.19614</cdr:y>
    </cdr:to>
    <cdr:sp macro="" textlink="">
      <cdr:nvSpPr>
        <cdr:cNvPr id="5" name="TextBox 1"/>
        <cdr:cNvSpPr txBox="1"/>
      </cdr:nvSpPr>
      <cdr:spPr>
        <a:xfrm xmlns:a="http://schemas.openxmlformats.org/drawingml/2006/main">
          <a:off x="2614191" y="504055"/>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a:solidFill>
                <a:schemeClr val="bg1"/>
              </a:solidFill>
            </a:rPr>
            <a:t>4</a:t>
          </a:r>
          <a:endParaRPr lang="en-IN" sz="1100" dirty="0">
            <a:solidFill>
              <a:schemeClr val="bg1"/>
            </a:solidFill>
          </a:endParaRPr>
        </a:p>
      </cdr:txBody>
    </cdr:sp>
  </cdr:relSizeAnchor>
  <cdr:relSizeAnchor xmlns:cdr="http://schemas.openxmlformats.org/drawingml/2006/chartDrawing">
    <cdr:from>
      <cdr:x>0.37514</cdr:x>
      <cdr:y>0.16048</cdr:y>
    </cdr:from>
    <cdr:to>
      <cdr:x>0.41747</cdr:x>
      <cdr:y>0.2318</cdr:y>
    </cdr:to>
    <cdr:sp macro="" textlink="">
      <cdr:nvSpPr>
        <cdr:cNvPr id="6" name="TextBox 1"/>
        <cdr:cNvSpPr txBox="1"/>
      </cdr:nvSpPr>
      <cdr:spPr>
        <a:xfrm xmlns:a="http://schemas.openxmlformats.org/drawingml/2006/main">
          <a:off x="3190255" y="648071"/>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a:solidFill>
                <a:schemeClr val="bg1"/>
              </a:solidFill>
            </a:rPr>
            <a:t>5</a:t>
          </a:r>
          <a:endParaRPr lang="en-IN" sz="1100" dirty="0"/>
        </a:p>
      </cdr:txBody>
    </cdr:sp>
  </cdr:relSizeAnchor>
  <cdr:relSizeAnchor xmlns:cdr="http://schemas.openxmlformats.org/drawingml/2006/chartDrawing">
    <cdr:from>
      <cdr:x>0.44288</cdr:x>
      <cdr:y>0.17831</cdr:y>
    </cdr:from>
    <cdr:to>
      <cdr:x>0.48521</cdr:x>
      <cdr:y>0.24964</cdr:y>
    </cdr:to>
    <cdr:sp macro="" textlink="">
      <cdr:nvSpPr>
        <cdr:cNvPr id="7" name="TextBox 1"/>
        <cdr:cNvSpPr txBox="1"/>
      </cdr:nvSpPr>
      <cdr:spPr>
        <a:xfrm xmlns:a="http://schemas.openxmlformats.org/drawingml/2006/main">
          <a:off x="3766319" y="720079"/>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a:solidFill>
                <a:schemeClr val="bg1"/>
              </a:solidFill>
            </a:rPr>
            <a:t>6</a:t>
          </a:r>
          <a:endParaRPr lang="en-IN" sz="1100" dirty="0">
            <a:solidFill>
              <a:schemeClr val="bg1"/>
            </a:solidFill>
          </a:endParaRPr>
        </a:p>
      </cdr:txBody>
    </cdr:sp>
  </cdr:relSizeAnchor>
  <cdr:relSizeAnchor xmlns:cdr="http://schemas.openxmlformats.org/drawingml/2006/chartDrawing">
    <cdr:from>
      <cdr:x>0.51061</cdr:x>
      <cdr:y>0.24964</cdr:y>
    </cdr:from>
    <cdr:to>
      <cdr:x>0.55295</cdr:x>
      <cdr:y>0.32096</cdr:y>
    </cdr:to>
    <cdr:sp macro="" textlink="">
      <cdr:nvSpPr>
        <cdr:cNvPr id="8" name="TextBox 1"/>
        <cdr:cNvSpPr txBox="1"/>
      </cdr:nvSpPr>
      <cdr:spPr>
        <a:xfrm xmlns:a="http://schemas.openxmlformats.org/drawingml/2006/main">
          <a:off x="4342383" y="1008111"/>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dirty="0"/>
            <a:t>7</a:t>
          </a:r>
          <a:endParaRPr lang="en-IN" sz="1100" dirty="0"/>
        </a:p>
      </cdr:txBody>
    </cdr:sp>
  </cdr:relSizeAnchor>
  <cdr:relSizeAnchor xmlns:cdr="http://schemas.openxmlformats.org/drawingml/2006/chartDrawing">
    <cdr:from>
      <cdr:x>0.57835</cdr:x>
      <cdr:y>0.26747</cdr:y>
    </cdr:from>
    <cdr:to>
      <cdr:x>0.62069</cdr:x>
      <cdr:y>0.33879</cdr:y>
    </cdr:to>
    <cdr:sp macro="" textlink="">
      <cdr:nvSpPr>
        <cdr:cNvPr id="9" name="TextBox 1"/>
        <cdr:cNvSpPr txBox="1"/>
      </cdr:nvSpPr>
      <cdr:spPr>
        <a:xfrm xmlns:a="http://schemas.openxmlformats.org/drawingml/2006/main">
          <a:off x="4918447" y="1080119"/>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a:solidFill>
                <a:schemeClr val="bg1"/>
              </a:solidFill>
            </a:rPr>
            <a:t>8</a:t>
          </a:r>
          <a:endParaRPr lang="en-IN" sz="1100" dirty="0">
            <a:solidFill>
              <a:schemeClr val="bg1"/>
            </a:solidFill>
          </a:endParaRPr>
        </a:p>
      </cdr:txBody>
    </cdr:sp>
  </cdr:relSizeAnchor>
  <cdr:relSizeAnchor xmlns:cdr="http://schemas.openxmlformats.org/drawingml/2006/chartDrawing">
    <cdr:from>
      <cdr:x>0.64609</cdr:x>
      <cdr:y>0.2853</cdr:y>
    </cdr:from>
    <cdr:to>
      <cdr:x>0.68843</cdr:x>
      <cdr:y>0.35662</cdr:y>
    </cdr:to>
    <cdr:sp macro="" textlink="">
      <cdr:nvSpPr>
        <cdr:cNvPr id="10" name="TextBox 1"/>
        <cdr:cNvSpPr txBox="1"/>
      </cdr:nvSpPr>
      <cdr:spPr>
        <a:xfrm xmlns:a="http://schemas.openxmlformats.org/drawingml/2006/main">
          <a:off x="5494511" y="1152127"/>
          <a:ext cx="360040" cy="28803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dirty="0">
              <a:solidFill>
                <a:schemeClr val="bg1"/>
              </a:solidFill>
            </a:rPr>
            <a:t>9</a:t>
          </a:r>
          <a:endParaRPr lang="en-IN" sz="1100" dirty="0">
            <a:solidFill>
              <a:schemeClr val="bg1"/>
            </a:solidFill>
          </a:endParaRPr>
        </a:p>
      </cdr:txBody>
    </cdr:sp>
  </cdr:relSizeAnchor>
  <cdr:relSizeAnchor xmlns:cdr="http://schemas.openxmlformats.org/drawingml/2006/chartDrawing">
    <cdr:from>
      <cdr:x>0.71383</cdr:x>
      <cdr:y>0.2853</cdr:y>
    </cdr:from>
    <cdr:to>
      <cdr:x>0.79221</cdr:x>
      <cdr:y>0.35662</cdr:y>
    </cdr:to>
    <cdr:sp macro="" textlink="">
      <cdr:nvSpPr>
        <cdr:cNvPr id="11" name="TextBox 1"/>
        <cdr:cNvSpPr txBox="1"/>
      </cdr:nvSpPr>
      <cdr:spPr>
        <a:xfrm xmlns:a="http://schemas.openxmlformats.org/drawingml/2006/main">
          <a:off x="3750740" y="1335352"/>
          <a:ext cx="411828" cy="33381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a:solidFill>
                <a:schemeClr val="bg1"/>
              </a:solidFill>
            </a:rPr>
            <a:t>10</a:t>
          </a:r>
          <a:endParaRPr lang="en-IN" sz="1100" dirty="0">
            <a:solidFill>
              <a:schemeClr val="bg1"/>
            </a:solidFill>
          </a:endParaRPr>
        </a:p>
      </cdr:txBody>
    </cdr:sp>
  </cdr:relSizeAnchor>
  <cdr:relSizeAnchor xmlns:cdr="http://schemas.openxmlformats.org/drawingml/2006/chartDrawing">
    <cdr:from>
      <cdr:x>0.78157</cdr:x>
      <cdr:y>0.2853</cdr:y>
    </cdr:from>
    <cdr:to>
      <cdr:x>0.85714</cdr:x>
      <cdr:y>0.35662</cdr:y>
    </cdr:to>
    <cdr:sp macro="" textlink="">
      <cdr:nvSpPr>
        <cdr:cNvPr id="12" name="TextBox 1"/>
        <cdr:cNvSpPr txBox="1"/>
      </cdr:nvSpPr>
      <cdr:spPr>
        <a:xfrm xmlns:a="http://schemas.openxmlformats.org/drawingml/2006/main">
          <a:off x="4106672" y="1335352"/>
          <a:ext cx="397090" cy="33381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a:solidFill>
                <a:schemeClr val="bg1"/>
              </a:solidFill>
            </a:rPr>
            <a:t>10</a:t>
          </a:r>
          <a:endParaRPr lang="en-IN" sz="1100" dirty="0">
            <a:solidFill>
              <a:schemeClr val="bg1"/>
            </a:solidFill>
          </a:endParaRPr>
        </a:p>
      </cdr:txBody>
    </cdr:sp>
  </cdr:relSizeAnchor>
  <cdr:relSizeAnchor xmlns:cdr="http://schemas.openxmlformats.org/drawingml/2006/chartDrawing">
    <cdr:from>
      <cdr:x>0.51169</cdr:x>
      <cdr:y>0.19486</cdr:y>
    </cdr:from>
    <cdr:to>
      <cdr:x>0.54286</cdr:x>
      <cdr:y>0.22985</cdr:y>
    </cdr:to>
    <cdr:sp macro="" textlink="">
      <cdr:nvSpPr>
        <cdr:cNvPr id="13" name="TextBox 12">
          <a:extLst xmlns:a="http://schemas.openxmlformats.org/drawingml/2006/main">
            <a:ext uri="{FF2B5EF4-FFF2-40B4-BE49-F238E27FC236}">
              <a16:creationId xmlns:a16="http://schemas.microsoft.com/office/drawing/2014/main" id="{2A8D5DCC-3491-CA6C-1F9F-9AE705A7AABB}"/>
            </a:ext>
          </a:extLst>
        </cdr:cNvPr>
        <cdr:cNvSpPr txBox="1"/>
      </cdr:nvSpPr>
      <cdr:spPr>
        <a:xfrm xmlns:a="http://schemas.openxmlformats.org/drawingml/2006/main">
          <a:off x="2688609" y="912024"/>
          <a:ext cx="163773" cy="16377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solidFill>
                <a:schemeClr val="bg1"/>
              </a:solidFill>
            </a:rPr>
            <a:t>7</a:t>
          </a:r>
          <a:endParaRPr lang="en-IN" sz="1100">
            <a:solidFill>
              <a:schemeClr val="bg1"/>
            </a:solidFill>
          </a:endParaRPr>
        </a:p>
      </cdr:txBody>
    </cdr:sp>
  </cdr:relSizeAnchor>
  <cdr:relSizeAnchor xmlns:cdr="http://schemas.openxmlformats.org/drawingml/2006/chartDrawing">
    <cdr:from>
      <cdr:x>0.17403</cdr:x>
      <cdr:y>0.07822</cdr:y>
    </cdr:from>
    <cdr:to>
      <cdr:x>0.21558</cdr:x>
      <cdr:y>0.11904</cdr:y>
    </cdr:to>
    <cdr:sp macro="" textlink="">
      <cdr:nvSpPr>
        <cdr:cNvPr id="14" name="TextBox 13">
          <a:extLst xmlns:a="http://schemas.openxmlformats.org/drawingml/2006/main">
            <a:ext uri="{FF2B5EF4-FFF2-40B4-BE49-F238E27FC236}">
              <a16:creationId xmlns:a16="http://schemas.microsoft.com/office/drawing/2014/main" id="{28C4F3F2-138C-2F25-6FFB-93BDFFD38303}"/>
            </a:ext>
          </a:extLst>
        </cdr:cNvPr>
        <cdr:cNvSpPr txBox="1"/>
      </cdr:nvSpPr>
      <cdr:spPr>
        <a:xfrm xmlns:a="http://schemas.openxmlformats.org/drawingml/2006/main">
          <a:off x="914400" y="366113"/>
          <a:ext cx="218365" cy="19106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a:solidFill>
                <a:schemeClr val="bg1"/>
              </a:solidFill>
            </a:rPr>
            <a:t>2</a:t>
          </a:r>
          <a:endParaRPr lang="en-IN" sz="1100">
            <a:solidFill>
              <a:schemeClr val="bg1"/>
            </a:solidFill>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D734-1761-F759-3882-E17BC45C57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DF5AD7-79EC-8DF5-D1A2-14C2DCE0B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7AB11E-90B1-96CB-46FD-F25A13D8D22A}"/>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872EE66E-708E-F788-78E0-322A407C2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00597-6F8C-65EB-FBBD-9D26DF2DB92B}"/>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2811985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FBBCC-AA8E-BDBF-F94E-8ADEBD014F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015EB9-DA15-1D9B-58DA-5F1670762E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138B1-FDEE-EF8E-EC6C-7BF7276AE02A}"/>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7E7A4465-673E-ECD9-8C97-C420348E72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E59AD-F0F5-DF74-09EC-67177F384F15}"/>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163550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8236-8E27-310F-69AB-CF67FE5ED8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913D7E-A9B1-62C8-B08C-D79E17EEE1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230114-9E2F-0D76-44EF-6140BFEB01F2}"/>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82B65D63-C516-D548-19DC-6E6E39941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688899-2153-93A4-B1C5-CF5EE7BF6D5E}"/>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2694289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4350C-9AAF-7212-FEC5-26FCBDDF6C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496B89-62C4-B54B-79D9-8608DF96BE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14454C-9400-BE35-3977-DDDC7553F4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C26257-D2CA-673D-198C-CD4FEB737C4C}"/>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6" name="Footer Placeholder 5">
            <a:extLst>
              <a:ext uri="{FF2B5EF4-FFF2-40B4-BE49-F238E27FC236}">
                <a16:creationId xmlns:a16="http://schemas.microsoft.com/office/drawing/2014/main" id="{003A097A-0B0D-AEB7-90AF-B36CC897F9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C5EB0C-2D44-D7FB-860A-3A142AA9ACC0}"/>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305107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D053B-837F-7E62-51E7-792D7CD7A4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71AD33-F0F3-D7FE-8003-6444228C38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455A0-BACF-4FBF-56A5-9261D77A4C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4AE0CB1-5050-513B-17FC-F5ED3059B5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E3E919-93ED-EFD2-B20D-FE930DCF2B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561FA2-CBA0-940D-B524-43DBBB6378DE}"/>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8" name="Footer Placeholder 7">
            <a:extLst>
              <a:ext uri="{FF2B5EF4-FFF2-40B4-BE49-F238E27FC236}">
                <a16:creationId xmlns:a16="http://schemas.microsoft.com/office/drawing/2014/main" id="{A2684115-759A-423C-A588-5B42911B23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59B48D-6F03-F2CF-8DD9-E0F382FFB272}"/>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401673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C192-D3B7-B740-B655-82921863BA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702132-A3B7-3CAB-DCD8-502DEBC76E7F}"/>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4" name="Footer Placeholder 3">
            <a:extLst>
              <a:ext uri="{FF2B5EF4-FFF2-40B4-BE49-F238E27FC236}">
                <a16:creationId xmlns:a16="http://schemas.microsoft.com/office/drawing/2014/main" id="{7A77D4E8-EA20-F496-8F90-5750FE6E3E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B2403EB-F100-1E10-B6C9-5DF54EE80713}"/>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3265066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D57D2A-6D9A-2575-9E6F-8636CC3199F7}"/>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3" name="Footer Placeholder 2">
            <a:extLst>
              <a:ext uri="{FF2B5EF4-FFF2-40B4-BE49-F238E27FC236}">
                <a16:creationId xmlns:a16="http://schemas.microsoft.com/office/drawing/2014/main" id="{F4288A32-A541-9387-63C2-5C0CEFCFA7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C87847-A649-16A2-F30D-D215AC75912F}"/>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316886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4913-8C79-4C9F-E953-E47736394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93546E-6A26-32FC-8189-6EA24668A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3568F-CC01-1FD7-69F3-2231A1B50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33245-D380-1B38-8721-36A2EC0BADA1}"/>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6" name="Footer Placeholder 5">
            <a:extLst>
              <a:ext uri="{FF2B5EF4-FFF2-40B4-BE49-F238E27FC236}">
                <a16:creationId xmlns:a16="http://schemas.microsoft.com/office/drawing/2014/main" id="{12A143BE-19B6-408A-D648-04696A3F2C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587148-AFCB-020A-B45A-3ADB39378097}"/>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1484072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17E3-A1E7-918A-AE8B-CE5B93178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3F282C-3161-1633-F47F-33079C8C03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4100A99-2C99-5354-8CE8-7F779AB92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F882EC-A6AA-855C-9F1D-AAD425A6BECA}"/>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6" name="Footer Placeholder 5">
            <a:extLst>
              <a:ext uri="{FF2B5EF4-FFF2-40B4-BE49-F238E27FC236}">
                <a16:creationId xmlns:a16="http://schemas.microsoft.com/office/drawing/2014/main" id="{241E7012-D159-E165-6B21-6D453EBF77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560353-E075-45DD-606F-A869218615B4}"/>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52193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334F0-2EEF-0DB1-1E39-F7B2C6E8E6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EE19D9-3752-9D67-2054-4640388F5F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8B5C80-FEB0-9796-28FE-307D34ACDD13}"/>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933CD17C-67FC-1EC4-732D-AA643192FA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0697E0-15CD-DF74-0FD3-4C9A9F6F58B4}"/>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3031289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AD960-9C07-9154-E4CA-13E3752920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1D6666-9D94-E8BC-7C40-E4A7C33403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AC8BA8-DA26-7CA0-FC98-190047DE8069}"/>
              </a:ext>
            </a:extLst>
          </p:cNvPr>
          <p:cNvSpPr>
            <a:spLocks noGrp="1"/>
          </p:cNvSpPr>
          <p:nvPr>
            <p:ph type="dt" sz="half" idx="10"/>
          </p:nvPr>
        </p:nvSpPr>
        <p:spPr/>
        <p:txBody>
          <a:body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F0F8E7B3-F211-70BB-5391-11C7E2CE2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EB767-4492-3C0F-1C25-8B972939D0C6}"/>
              </a:ext>
            </a:extLst>
          </p:cNvPr>
          <p:cNvSpPr>
            <a:spLocks noGrp="1"/>
          </p:cNvSpPr>
          <p:nvPr>
            <p:ph type="sldNum" sz="quarter" idx="12"/>
          </p:nvPr>
        </p:nvSpPr>
        <p:spPr/>
        <p:txBody>
          <a:bodyPr/>
          <a:lstStyle/>
          <a:p>
            <a:fld id="{AAB354D6-9E52-4BB8-AD4D-6236FC5135BD}" type="slidenum">
              <a:rPr lang="en-IN" smtClean="0"/>
              <a:t>‹#›</a:t>
            </a:fld>
            <a:endParaRPr lang="en-IN"/>
          </a:p>
        </p:txBody>
      </p:sp>
    </p:spTree>
    <p:extLst>
      <p:ext uri="{BB962C8B-B14F-4D97-AF65-F5344CB8AC3E}">
        <p14:creationId xmlns:p14="http://schemas.microsoft.com/office/powerpoint/2010/main" val="3191518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9112CE-40CD-F508-6F53-3279C4D060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79E46-4519-1CF0-002E-D8705897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D8EF33-862A-5F01-D96A-CDF91459C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81B2B9-2776-461F-9C89-076C2942F0E5}" type="datetimeFigureOut">
              <a:rPr lang="en-IN" smtClean="0"/>
              <a:t>28-05-2026</a:t>
            </a:fld>
            <a:endParaRPr lang="en-IN"/>
          </a:p>
        </p:txBody>
      </p:sp>
      <p:sp>
        <p:nvSpPr>
          <p:cNvPr id="5" name="Footer Placeholder 4">
            <a:extLst>
              <a:ext uri="{FF2B5EF4-FFF2-40B4-BE49-F238E27FC236}">
                <a16:creationId xmlns:a16="http://schemas.microsoft.com/office/drawing/2014/main" id="{F2A88214-CBEF-40E5-7C12-50B3488B08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B7D780C-0BD5-DA45-F8CD-EA9FE5534F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B354D6-9E52-4BB8-AD4D-6236FC5135BD}" type="slidenum">
              <a:rPr lang="en-IN" smtClean="0"/>
              <a:t>‹#›</a:t>
            </a:fld>
            <a:endParaRPr lang="en-IN"/>
          </a:p>
        </p:txBody>
      </p:sp>
    </p:spTree>
    <p:extLst>
      <p:ext uri="{BB962C8B-B14F-4D97-AF65-F5344CB8AC3E}">
        <p14:creationId xmlns:p14="http://schemas.microsoft.com/office/powerpoint/2010/main" val="2922472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wSXXQboFYXgJXxccj4i-cKfIX5QtdPwH/view?usp=drive_link" TargetMode="External"/><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10.png"/><Relationship Id="rId5" Type="http://schemas.openxmlformats.org/officeDocument/2006/relationships/diagramQuickStyle" Target="../diagrams/quickStyle1.xml"/><Relationship Id="rId15" Type="http://schemas.openxmlformats.org/officeDocument/2006/relationships/image" Target="../media/image3.jpeg"/><Relationship Id="rId10" Type="http://schemas.openxmlformats.org/officeDocument/2006/relationships/image" Target="../media/image9.png"/><Relationship Id="rId4" Type="http://schemas.openxmlformats.org/officeDocument/2006/relationships/diagramLayout" Target="../diagrams/layout1.xml"/><Relationship Id="rId9" Type="http://schemas.openxmlformats.org/officeDocument/2006/relationships/image" Target="../media/image8.png"/><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4.pdf"/><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2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ocial media realistic background | Premium Vector">
            <a:extLst>
              <a:ext uri="{FF2B5EF4-FFF2-40B4-BE49-F238E27FC236}">
                <a16:creationId xmlns:a16="http://schemas.microsoft.com/office/drawing/2014/main" id="{21464F3A-3A0B-F7AF-1FC7-A7CFCB44B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A2152C5B-89A4-A9FA-3DA6-526B4BFF5A6C}"/>
              </a:ext>
            </a:extLst>
          </p:cNvPr>
          <p:cNvSpPr>
            <a:spLocks noGrp="1"/>
          </p:cNvSpPr>
          <p:nvPr>
            <p:ph type="ctrTitle"/>
          </p:nvPr>
        </p:nvSpPr>
        <p:spPr>
          <a:xfrm>
            <a:off x="-259307" y="-354842"/>
            <a:ext cx="5076967" cy="2729551"/>
          </a:xfrm>
        </p:spPr>
        <p:txBody>
          <a:bodyPr/>
          <a:lstStyle/>
          <a:p>
            <a:r>
              <a:rPr lang="en-US" sz="6000">
                <a:solidFill>
                  <a:srgbClr val="FFCCFF"/>
                </a:solidFill>
                <a:latin typeface="Times New Roman" panose="02020603050405020304" pitchFamily="18" charset="0"/>
                <a:cs typeface="Times New Roman" panose="02020603050405020304" pitchFamily="18" charset="0"/>
              </a:rPr>
              <a:t>Social Media Analysis</a:t>
            </a:r>
            <a:endParaRPr lang="en-IN">
              <a:solidFill>
                <a:srgbClr val="FFCCFF"/>
              </a:solidFill>
            </a:endParaRPr>
          </a:p>
        </p:txBody>
      </p:sp>
      <p:sp>
        <p:nvSpPr>
          <p:cNvPr id="5" name="Subtitle 4">
            <a:extLst>
              <a:ext uri="{FF2B5EF4-FFF2-40B4-BE49-F238E27FC236}">
                <a16:creationId xmlns:a16="http://schemas.microsoft.com/office/drawing/2014/main" id="{91007812-5A45-9CA9-EC93-ACE8451C78AA}"/>
              </a:ext>
            </a:extLst>
          </p:cNvPr>
          <p:cNvSpPr>
            <a:spLocks noGrp="1"/>
          </p:cNvSpPr>
          <p:nvPr>
            <p:ph type="subTitle" idx="1"/>
          </p:nvPr>
        </p:nvSpPr>
        <p:spPr>
          <a:xfrm>
            <a:off x="-982638" y="2729551"/>
            <a:ext cx="6878472" cy="1201004"/>
          </a:xfrm>
        </p:spPr>
        <p:txBody>
          <a:bodyPr/>
          <a:lstStyle/>
          <a:p>
            <a:r>
              <a:rPr lang="en-US" sz="3600">
                <a:solidFill>
                  <a:srgbClr val="FFFF99"/>
                </a:solidFill>
                <a:latin typeface="Times New Roman" panose="02020603050405020304" pitchFamily="18" charset="0"/>
                <a:cs typeface="Times New Roman" panose="02020603050405020304" pitchFamily="18" charset="0"/>
              </a:rPr>
              <a:t>Database of ig_clone</a:t>
            </a:r>
            <a:endParaRPr lang="en-IN" sz="3600">
              <a:solidFill>
                <a:srgbClr val="FFFF99"/>
              </a:solidFill>
              <a:latin typeface="Times New Roman" panose="02020603050405020304" pitchFamily="18" charset="0"/>
              <a:cs typeface="Times New Roman" panose="02020603050405020304" pitchFamily="18" charset="0"/>
            </a:endParaRPr>
          </a:p>
          <a:p>
            <a:endParaRPr lang="en-IN"/>
          </a:p>
        </p:txBody>
      </p:sp>
      <p:sp>
        <p:nvSpPr>
          <p:cNvPr id="6" name="TextBox 5">
            <a:extLst>
              <a:ext uri="{FF2B5EF4-FFF2-40B4-BE49-F238E27FC236}">
                <a16:creationId xmlns:a16="http://schemas.microsoft.com/office/drawing/2014/main" id="{F151A2DC-A94C-AE8E-FFA5-9EA2AB46B012}"/>
              </a:ext>
            </a:extLst>
          </p:cNvPr>
          <p:cNvSpPr txBox="1"/>
          <p:nvPr/>
        </p:nvSpPr>
        <p:spPr>
          <a:xfrm>
            <a:off x="341195" y="4585647"/>
            <a:ext cx="6096000" cy="1077218"/>
          </a:xfrm>
          <a:prstGeom prst="rect">
            <a:avLst/>
          </a:prstGeom>
          <a:noFill/>
        </p:spPr>
        <p:txBody>
          <a:bodyPr wrap="square" rtlCol="0">
            <a:spAutoFit/>
          </a:bodyPr>
          <a:lstStyle/>
          <a:p>
            <a:r>
              <a:rPr lang="en-US" sz="3200">
                <a:solidFill>
                  <a:srgbClr val="FF99CC"/>
                </a:solidFill>
                <a:latin typeface="Times New Roman" panose="02020603050405020304" pitchFamily="18" charset="0"/>
                <a:cs typeface="Times New Roman" panose="02020603050405020304" pitchFamily="18" charset="0"/>
              </a:rPr>
              <a:t>-By </a:t>
            </a:r>
            <a:br>
              <a:rPr lang="en-US" sz="3200">
                <a:solidFill>
                  <a:srgbClr val="FF99CC"/>
                </a:solidFill>
                <a:latin typeface="Times New Roman" panose="02020603050405020304" pitchFamily="18" charset="0"/>
                <a:cs typeface="Times New Roman" panose="02020603050405020304" pitchFamily="18" charset="0"/>
              </a:rPr>
            </a:br>
            <a:r>
              <a:rPr lang="en-US" sz="3200">
                <a:solidFill>
                  <a:srgbClr val="FF99CC"/>
                </a:solidFill>
                <a:latin typeface="Times New Roman" panose="02020603050405020304" pitchFamily="18" charset="0"/>
                <a:cs typeface="Times New Roman" panose="02020603050405020304" pitchFamily="18" charset="0"/>
              </a:rPr>
              <a:t>Moumita Samaddar</a:t>
            </a:r>
            <a:endParaRPr lang="en-IN" sz="3200">
              <a:solidFill>
                <a:srgbClr val="FF99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12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C03807-3F5E-840D-B65B-8758BE6B17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491970" y="-2491968"/>
            <a:ext cx="7208065" cy="12192003"/>
          </a:xfrm>
          <a:prstGeom prst="rect">
            <a:avLst/>
          </a:prstGeom>
        </p:spPr>
      </p:pic>
      <p:sp>
        <p:nvSpPr>
          <p:cNvPr id="5" name="Title 4">
            <a:extLst>
              <a:ext uri="{FF2B5EF4-FFF2-40B4-BE49-F238E27FC236}">
                <a16:creationId xmlns:a16="http://schemas.microsoft.com/office/drawing/2014/main" id="{18D09D9E-4C16-1EC4-3807-047CFE97993C}"/>
              </a:ext>
            </a:extLst>
          </p:cNvPr>
          <p:cNvSpPr>
            <a:spLocks noGrp="1"/>
          </p:cNvSpPr>
          <p:nvPr>
            <p:ph type="ctrTitle"/>
          </p:nvPr>
        </p:nvSpPr>
        <p:spPr>
          <a:xfrm>
            <a:off x="368490" y="432345"/>
            <a:ext cx="5431809" cy="891488"/>
          </a:xfrm>
        </p:spPr>
        <p:txBody>
          <a:bodyPr>
            <a:normAutofit/>
          </a:bodyPr>
          <a:lstStyle/>
          <a:p>
            <a:r>
              <a:rPr lang="en-IN" sz="4800" b="1">
                <a:solidFill>
                  <a:srgbClr val="002060"/>
                </a:solidFill>
                <a:latin typeface="Times New Roman" panose="02020603050405020304" pitchFamily="18" charset="0"/>
                <a:ea typeface="Roboto" panose="02000000000000000000" pitchFamily="2" charset="0"/>
                <a:cs typeface="Times New Roman" panose="02020603050405020304" pitchFamily="18" charset="0"/>
              </a:rPr>
              <a:t>Introduction</a:t>
            </a:r>
            <a:endParaRPr lang="en-IN" sz="4800">
              <a:solidFill>
                <a:srgbClr val="002060"/>
              </a:solidFill>
            </a:endParaRPr>
          </a:p>
        </p:txBody>
      </p:sp>
      <p:sp>
        <p:nvSpPr>
          <p:cNvPr id="6" name="Subtitle 5">
            <a:extLst>
              <a:ext uri="{FF2B5EF4-FFF2-40B4-BE49-F238E27FC236}">
                <a16:creationId xmlns:a16="http://schemas.microsoft.com/office/drawing/2014/main" id="{C83E1896-6604-0C61-581A-9110497A2E2D}"/>
              </a:ext>
            </a:extLst>
          </p:cNvPr>
          <p:cNvSpPr>
            <a:spLocks noGrp="1"/>
          </p:cNvSpPr>
          <p:nvPr>
            <p:ph type="subTitle" idx="1"/>
          </p:nvPr>
        </p:nvSpPr>
        <p:spPr>
          <a:xfrm>
            <a:off x="559558" y="2320119"/>
            <a:ext cx="10809027" cy="4105536"/>
          </a:xfrm>
        </p:spPr>
        <p:txBody>
          <a:bodyPr>
            <a:normAutofit/>
          </a:bodyPr>
          <a:lstStyle/>
          <a:p>
            <a:pPr>
              <a:lnSpc>
                <a:spcPct val="150000"/>
              </a:lnSpc>
            </a:pPr>
            <a:r>
              <a:rPr lang="en-US">
                <a:solidFill>
                  <a:schemeClr val="accent5">
                    <a:lumMod val="75000"/>
                  </a:schemeClr>
                </a:solidFill>
                <a:latin typeface="Times New Roman" panose="02020603050405020304" pitchFamily="18" charset="0"/>
                <a:cs typeface="Times New Roman" panose="02020603050405020304" pitchFamily="18" charset="0"/>
              </a:rPr>
              <a:t>Instagram is a premier global photo and video-sharing social media platform owned by Meta Platforms. Conceived by Kevin Systrom and Mike Krieger, it launched in October 2010 as an iOS exclusive. Today, it boasts over two billion monthly active users and has transformed from a simple photo filter app into a massive cultural and business powerhouse. </a:t>
            </a:r>
            <a:endParaRPr lang="en-IN">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7" name="Picture 2" descr="Instagram App Pictures | Download Free Images on Unsplash">
            <a:extLst>
              <a:ext uri="{FF2B5EF4-FFF2-40B4-BE49-F238E27FC236}">
                <a16:creationId xmlns:a16="http://schemas.microsoft.com/office/drawing/2014/main" id="{74A9A0BF-4536-28A5-CA1F-027AE3E6D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182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3AAC21-B00B-6F63-CC90-56CF0E34B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491970" y="-2491968"/>
            <a:ext cx="7208065" cy="12192003"/>
          </a:xfrm>
          <a:prstGeom prst="rect">
            <a:avLst/>
          </a:prstGeom>
        </p:spPr>
      </p:pic>
      <p:sp>
        <p:nvSpPr>
          <p:cNvPr id="2" name="Title 1">
            <a:extLst>
              <a:ext uri="{FF2B5EF4-FFF2-40B4-BE49-F238E27FC236}">
                <a16:creationId xmlns:a16="http://schemas.microsoft.com/office/drawing/2014/main" id="{6808D589-E4A5-CF53-57A8-10A757570549}"/>
              </a:ext>
            </a:extLst>
          </p:cNvPr>
          <p:cNvSpPr>
            <a:spLocks noGrp="1"/>
          </p:cNvSpPr>
          <p:nvPr>
            <p:ph type="ctrTitle"/>
          </p:nvPr>
        </p:nvSpPr>
        <p:spPr>
          <a:xfrm>
            <a:off x="163774" y="245661"/>
            <a:ext cx="4940489" cy="996285"/>
          </a:xfrm>
        </p:spPr>
        <p:txBody>
          <a:bodyPr/>
          <a:lstStyle/>
          <a:p>
            <a:r>
              <a:rPr lang="en-US" sz="6000" b="1">
                <a:solidFill>
                  <a:srgbClr val="002060"/>
                </a:solidFill>
                <a:latin typeface="Times New Roman" panose="02020603050405020304" pitchFamily="18" charset="0"/>
                <a:cs typeface="Times New Roman" panose="02020603050405020304" pitchFamily="18" charset="0"/>
              </a:rPr>
              <a:t>Agenda</a:t>
            </a:r>
            <a:endParaRPr lang="en-IN">
              <a:solidFill>
                <a:srgbClr val="002060"/>
              </a:solidFill>
            </a:endParaRPr>
          </a:p>
        </p:txBody>
      </p:sp>
      <p:sp>
        <p:nvSpPr>
          <p:cNvPr id="3" name="Subtitle 2">
            <a:extLst>
              <a:ext uri="{FF2B5EF4-FFF2-40B4-BE49-F238E27FC236}">
                <a16:creationId xmlns:a16="http://schemas.microsoft.com/office/drawing/2014/main" id="{2EC95256-1C4F-C078-9950-CD92F8F8A08F}"/>
              </a:ext>
            </a:extLst>
          </p:cNvPr>
          <p:cNvSpPr>
            <a:spLocks noGrp="1"/>
          </p:cNvSpPr>
          <p:nvPr>
            <p:ph type="subTitle" idx="1"/>
          </p:nvPr>
        </p:nvSpPr>
        <p:spPr>
          <a:xfrm>
            <a:off x="163775" y="2279176"/>
            <a:ext cx="5691116" cy="2978624"/>
          </a:xfrm>
        </p:spPr>
        <p:txBody>
          <a:bodyPr>
            <a:normAutofit/>
          </a:bodyPr>
          <a:lstStyle/>
          <a:p>
            <a:pPr algn="l" rtl="0" fontAlgn="base">
              <a:spcBef>
                <a:spcPts val="0"/>
              </a:spcBef>
              <a:spcAft>
                <a:spcPts val="0"/>
              </a:spcAft>
            </a:pPr>
            <a:r>
              <a:rPr lang="en-US" sz="2400" b="0" i="0" u="none" strike="noStrike">
                <a:solidFill>
                  <a:schemeClr val="accent5">
                    <a:lumMod val="75000"/>
                  </a:schemeClr>
                </a:solidFill>
                <a:effectLst/>
                <a:latin typeface="Times New Roman" panose="02020603050405020304" pitchFamily="18" charset="0"/>
                <a:cs typeface="Times New Roman" panose="02020603050405020304" pitchFamily="18" charset="0"/>
              </a:rPr>
              <a:t>1. Problem Statement</a:t>
            </a:r>
          </a:p>
          <a:p>
            <a:pPr algn="l" rtl="0" fontAlgn="base">
              <a:spcBef>
                <a:spcPts val="0"/>
              </a:spcBef>
              <a:spcAft>
                <a:spcPts val="0"/>
              </a:spcAft>
            </a:pPr>
            <a:br>
              <a:rPr lang="en-US" sz="2400" b="0">
                <a:solidFill>
                  <a:schemeClr val="accent5">
                    <a:lumMod val="75000"/>
                  </a:schemeClr>
                </a:solidFill>
                <a:effectLst/>
                <a:latin typeface="Times New Roman" panose="02020603050405020304" pitchFamily="18" charset="0"/>
                <a:cs typeface="Times New Roman" panose="02020603050405020304" pitchFamily="18" charset="0"/>
              </a:rPr>
            </a:br>
            <a:r>
              <a:rPr lang="en-US" sz="2400" b="0">
                <a:solidFill>
                  <a:schemeClr val="accent5">
                    <a:lumMod val="75000"/>
                  </a:schemeClr>
                </a:solidFill>
                <a:effectLst/>
                <a:latin typeface="Times New Roman" panose="02020603050405020304" pitchFamily="18" charset="0"/>
                <a:cs typeface="Times New Roman" panose="02020603050405020304" pitchFamily="18" charset="0"/>
              </a:rPr>
              <a:t>2. </a:t>
            </a:r>
            <a:r>
              <a:rPr lang="en-US" sz="2400" b="0" i="0" u="none" strike="noStrike">
                <a:solidFill>
                  <a:schemeClr val="accent5">
                    <a:lumMod val="75000"/>
                  </a:schemeClr>
                </a:solidFill>
                <a:effectLst/>
                <a:latin typeface="Times New Roman" panose="02020603050405020304" pitchFamily="18" charset="0"/>
                <a:cs typeface="Times New Roman" panose="02020603050405020304" pitchFamily="18" charset="0"/>
              </a:rPr>
              <a:t>Data Description</a:t>
            </a:r>
          </a:p>
          <a:p>
            <a:pPr algn="l" rtl="0" fontAlgn="base">
              <a:spcBef>
                <a:spcPts val="0"/>
              </a:spcBef>
              <a:spcAft>
                <a:spcPts val="0"/>
              </a:spcAft>
            </a:pPr>
            <a:br>
              <a:rPr lang="en-US" sz="2400" b="0">
                <a:solidFill>
                  <a:schemeClr val="accent5">
                    <a:lumMod val="75000"/>
                  </a:schemeClr>
                </a:solidFill>
                <a:effectLst/>
                <a:latin typeface="Times New Roman" panose="02020603050405020304" pitchFamily="18" charset="0"/>
                <a:cs typeface="Times New Roman" panose="02020603050405020304" pitchFamily="18" charset="0"/>
              </a:rPr>
            </a:br>
            <a:r>
              <a:rPr lang="en-US" sz="2400" b="0">
                <a:solidFill>
                  <a:schemeClr val="accent5">
                    <a:lumMod val="75000"/>
                  </a:schemeClr>
                </a:solidFill>
                <a:effectLst/>
                <a:latin typeface="Times New Roman" panose="02020603050405020304" pitchFamily="18" charset="0"/>
                <a:cs typeface="Times New Roman" panose="02020603050405020304" pitchFamily="18" charset="0"/>
              </a:rPr>
              <a:t>3. </a:t>
            </a:r>
            <a:r>
              <a:rPr lang="en-US" sz="2400" b="0" i="0" u="none" strike="noStrike">
                <a:solidFill>
                  <a:schemeClr val="accent5">
                    <a:lumMod val="75000"/>
                  </a:schemeClr>
                </a:solidFill>
                <a:effectLst/>
                <a:latin typeface="Times New Roman" panose="02020603050405020304" pitchFamily="18" charset="0"/>
                <a:cs typeface="Times New Roman" panose="02020603050405020304" pitchFamily="18" charset="0"/>
              </a:rPr>
              <a:t>Objective Key Metrics and Visualizations</a:t>
            </a:r>
          </a:p>
          <a:p>
            <a:pPr algn="l" rtl="0" fontAlgn="base">
              <a:spcBef>
                <a:spcPts val="0"/>
              </a:spcBef>
              <a:spcAft>
                <a:spcPts val="0"/>
              </a:spcAft>
            </a:pPr>
            <a:br>
              <a:rPr lang="en-US" sz="2400" b="0">
                <a:solidFill>
                  <a:schemeClr val="accent5">
                    <a:lumMod val="75000"/>
                  </a:schemeClr>
                </a:solidFill>
                <a:effectLst/>
                <a:latin typeface="Times New Roman" panose="02020603050405020304" pitchFamily="18" charset="0"/>
                <a:cs typeface="Times New Roman" panose="02020603050405020304" pitchFamily="18" charset="0"/>
              </a:rPr>
            </a:br>
            <a:r>
              <a:rPr lang="en-US" sz="2400" b="0">
                <a:solidFill>
                  <a:schemeClr val="accent5">
                    <a:lumMod val="75000"/>
                  </a:schemeClr>
                </a:solidFill>
                <a:effectLst/>
                <a:latin typeface="Times New Roman" panose="02020603050405020304" pitchFamily="18" charset="0"/>
                <a:cs typeface="Times New Roman" panose="02020603050405020304" pitchFamily="18" charset="0"/>
              </a:rPr>
              <a:t>4. </a:t>
            </a:r>
            <a:r>
              <a:rPr lang="en-US" sz="2400" b="0" i="0" u="none" strike="noStrike">
                <a:solidFill>
                  <a:schemeClr val="accent5">
                    <a:lumMod val="75000"/>
                  </a:schemeClr>
                </a:solidFill>
                <a:effectLst/>
                <a:latin typeface="Times New Roman" panose="02020603050405020304" pitchFamily="18" charset="0"/>
                <a:cs typeface="Times New Roman" panose="02020603050405020304" pitchFamily="18" charset="0"/>
              </a:rPr>
              <a:t>Subjective Question for Insights</a:t>
            </a:r>
          </a:p>
          <a:p>
            <a:endParaRPr lang="en-IN"/>
          </a:p>
        </p:txBody>
      </p:sp>
      <p:pic>
        <p:nvPicPr>
          <p:cNvPr id="5" name="Picture 2">
            <a:extLst>
              <a:ext uri="{FF2B5EF4-FFF2-40B4-BE49-F238E27FC236}">
                <a16:creationId xmlns:a16="http://schemas.microsoft.com/office/drawing/2014/main" id="{3B1ED9E3-04AB-AAE6-1D14-BF163D90E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2746" y="-1"/>
            <a:ext cx="4549254"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nstagram App Pictures | Download Free Images on Unsplash">
            <a:extLst>
              <a:ext uri="{FF2B5EF4-FFF2-40B4-BE49-F238E27FC236}">
                <a16:creationId xmlns:a16="http://schemas.microsoft.com/office/drawing/2014/main" id="{C3F8F184-72B2-1F74-8D00-C7ED6467E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104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E5B8CC-3FC6-EB79-84AC-45D881309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6" name="Title 5">
            <a:extLst>
              <a:ext uri="{FF2B5EF4-FFF2-40B4-BE49-F238E27FC236}">
                <a16:creationId xmlns:a16="http://schemas.microsoft.com/office/drawing/2014/main" id="{F6FA3AB3-AD86-433D-6E52-0C4A4DF3B38A}"/>
              </a:ext>
            </a:extLst>
          </p:cNvPr>
          <p:cNvSpPr>
            <a:spLocks noGrp="1"/>
          </p:cNvSpPr>
          <p:nvPr>
            <p:ph type="ctrTitle"/>
          </p:nvPr>
        </p:nvSpPr>
        <p:spPr>
          <a:xfrm>
            <a:off x="232012" y="354842"/>
            <a:ext cx="7342495" cy="955343"/>
          </a:xfrm>
        </p:spPr>
        <p:txBody>
          <a:bodyPr>
            <a:normAutofit/>
          </a:bodyPr>
          <a:lstStyle/>
          <a:p>
            <a:r>
              <a:rPr lang="en-US" sz="4800" b="1">
                <a:solidFill>
                  <a:srgbClr val="002060"/>
                </a:solidFill>
                <a:latin typeface="Times New Roman" panose="02020603050405020304" pitchFamily="18" charset="0"/>
                <a:cs typeface="Times New Roman" panose="02020603050405020304" pitchFamily="18" charset="0"/>
              </a:rPr>
              <a:t>Problem Statement </a:t>
            </a:r>
            <a:endParaRPr lang="en-IN" sz="4800">
              <a:solidFill>
                <a:srgbClr val="002060"/>
              </a:solidFill>
            </a:endParaRPr>
          </a:p>
        </p:txBody>
      </p:sp>
      <p:sp>
        <p:nvSpPr>
          <p:cNvPr id="7" name="Subtitle 6">
            <a:extLst>
              <a:ext uri="{FF2B5EF4-FFF2-40B4-BE49-F238E27FC236}">
                <a16:creationId xmlns:a16="http://schemas.microsoft.com/office/drawing/2014/main" id="{8A672219-9EC8-903D-8941-B06C86E213D8}"/>
              </a:ext>
            </a:extLst>
          </p:cNvPr>
          <p:cNvSpPr>
            <a:spLocks noGrp="1"/>
          </p:cNvSpPr>
          <p:nvPr>
            <p:ph type="subTitle" idx="1"/>
          </p:nvPr>
        </p:nvSpPr>
        <p:spPr>
          <a:xfrm>
            <a:off x="232012" y="2183642"/>
            <a:ext cx="11368585" cy="3074158"/>
          </a:xfrm>
        </p:spPr>
        <p:txBody>
          <a:bodyPr>
            <a:normAutofit/>
          </a:bodyPr>
          <a:lstStyle/>
          <a:p>
            <a:pPr>
              <a:lnSpc>
                <a:spcPct val="150000"/>
              </a:lnSpc>
            </a:pPr>
            <a:r>
              <a:rPr lang="en-US" b="0" i="0" u="none" strike="noStrike">
                <a:solidFill>
                  <a:schemeClr val="accent5">
                    <a:lumMod val="75000"/>
                  </a:schemeClr>
                </a:solidFill>
                <a:effectLst/>
                <a:latin typeface="Times New Roman" panose="02020603050405020304" pitchFamily="18" charset="0"/>
                <a:cs typeface="Times New Roman" panose="02020603050405020304" pitchFamily="18" charset="0"/>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en-US" b="0">
              <a:solidFill>
                <a:schemeClr val="accent5">
                  <a:lumMod val="75000"/>
                </a:schemeClr>
              </a:solidFill>
              <a:effectLst/>
              <a:latin typeface="Times New Roman" panose="02020603050405020304" pitchFamily="18" charset="0"/>
              <a:cs typeface="Times New Roman" panose="02020603050405020304" pitchFamily="18" charset="0"/>
            </a:endParaRPr>
          </a:p>
          <a:p>
            <a:endParaRPr lang="en-IN"/>
          </a:p>
        </p:txBody>
      </p:sp>
      <p:pic>
        <p:nvPicPr>
          <p:cNvPr id="8" name="Picture 2" descr="Instagram App Pictures | Download Free Images on Unsplash">
            <a:extLst>
              <a:ext uri="{FF2B5EF4-FFF2-40B4-BE49-F238E27FC236}">
                <a16:creationId xmlns:a16="http://schemas.microsoft.com/office/drawing/2014/main" id="{6267D2F9-8990-6FA0-C242-91F111738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092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254C81-1FB5-1A65-C6CD-455AAA90E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1" y="-2667001"/>
            <a:ext cx="6858000" cy="12192003"/>
          </a:xfrm>
          <a:prstGeom prst="rect">
            <a:avLst/>
          </a:prstGeom>
        </p:spPr>
      </p:pic>
      <p:sp>
        <p:nvSpPr>
          <p:cNvPr id="5" name="Title 4">
            <a:extLst>
              <a:ext uri="{FF2B5EF4-FFF2-40B4-BE49-F238E27FC236}">
                <a16:creationId xmlns:a16="http://schemas.microsoft.com/office/drawing/2014/main" id="{A85BFB81-63D1-E14C-4D74-817113B7D15A}"/>
              </a:ext>
            </a:extLst>
          </p:cNvPr>
          <p:cNvSpPr>
            <a:spLocks noGrp="1"/>
          </p:cNvSpPr>
          <p:nvPr>
            <p:ph type="ctrTitle"/>
          </p:nvPr>
        </p:nvSpPr>
        <p:spPr>
          <a:xfrm>
            <a:off x="1" y="109182"/>
            <a:ext cx="6482686" cy="852984"/>
          </a:xfrm>
        </p:spPr>
        <p:txBody>
          <a:bodyPr>
            <a:normAutofit/>
          </a:bodyPr>
          <a:lstStyle/>
          <a:p>
            <a:r>
              <a:rPr lang="en-US" sz="4800" b="1">
                <a:solidFill>
                  <a:srgbClr val="002060"/>
                </a:solidFill>
                <a:latin typeface="Times New Roman" panose="02020603050405020304" pitchFamily="18" charset="0"/>
                <a:cs typeface="Times New Roman" panose="02020603050405020304" pitchFamily="18" charset="0"/>
              </a:rPr>
              <a:t>Database Schema</a:t>
            </a:r>
            <a:endParaRPr lang="en-IN" sz="4800">
              <a:solidFill>
                <a:srgbClr val="002060"/>
              </a:solidFill>
            </a:endParaRPr>
          </a:p>
        </p:txBody>
      </p:sp>
      <p:pic>
        <p:nvPicPr>
          <p:cNvPr id="7" name="Picture 6" descr="A computer screen shot of a computer screen">
            <a:extLst>
              <a:ext uri="{FF2B5EF4-FFF2-40B4-BE49-F238E27FC236}">
                <a16:creationId xmlns:a16="http://schemas.microsoft.com/office/drawing/2014/main" id="{1E6FA3D0-EB6F-6C5A-48AD-D3947F694FFA}"/>
              </a:ext>
            </a:extLst>
          </p:cNvPr>
          <p:cNvPicPr>
            <a:picLocks noChangeAspect="1"/>
          </p:cNvPicPr>
          <p:nvPr/>
        </p:nvPicPr>
        <p:blipFill>
          <a:blip r:embed="rId3">
            <a:extLst>
              <a:ext uri="{28A0092B-C50C-407E-A947-70E740481C1C}">
                <a14:useLocalDpi xmlns:a14="http://schemas.microsoft.com/office/drawing/2010/main" val="0"/>
              </a:ext>
            </a:extLst>
          </a:blip>
          <a:srcRect l="19690" t="17895" r="35410" b="12419"/>
          <a:stretch/>
        </p:blipFill>
        <p:spPr>
          <a:xfrm>
            <a:off x="581095" y="1255593"/>
            <a:ext cx="10637365" cy="5308980"/>
          </a:xfrm>
          <a:prstGeom prst="rect">
            <a:avLst/>
          </a:prstGeom>
          <a:ln>
            <a:solidFill>
              <a:schemeClr val="tx1"/>
            </a:solidFill>
          </a:ln>
        </p:spPr>
      </p:pic>
      <p:pic>
        <p:nvPicPr>
          <p:cNvPr id="8" name="Picture 2" descr="Instagram App Pictures | Download Free Images on Unsplash">
            <a:extLst>
              <a:ext uri="{FF2B5EF4-FFF2-40B4-BE49-F238E27FC236}">
                <a16:creationId xmlns:a16="http://schemas.microsoft.com/office/drawing/2014/main" id="{8A8414BB-5C26-CA0B-7F3A-2D62103C4D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458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2F052B-3EC5-6E3B-6ECF-52DC8B5132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999" y="-2667001"/>
            <a:ext cx="6858000" cy="12192003"/>
          </a:xfrm>
          <a:prstGeom prst="rect">
            <a:avLst/>
          </a:prstGeom>
        </p:spPr>
      </p:pic>
      <p:sp>
        <p:nvSpPr>
          <p:cNvPr id="5" name="Title 4">
            <a:extLst>
              <a:ext uri="{FF2B5EF4-FFF2-40B4-BE49-F238E27FC236}">
                <a16:creationId xmlns:a16="http://schemas.microsoft.com/office/drawing/2014/main" id="{FCD38D53-2C37-C492-E165-D0FCC5867969}"/>
              </a:ext>
            </a:extLst>
          </p:cNvPr>
          <p:cNvSpPr>
            <a:spLocks noGrp="1"/>
          </p:cNvSpPr>
          <p:nvPr>
            <p:ph type="ctrTitle"/>
          </p:nvPr>
        </p:nvSpPr>
        <p:spPr>
          <a:xfrm>
            <a:off x="150126" y="1"/>
            <a:ext cx="6523630" cy="955342"/>
          </a:xfrm>
        </p:spPr>
        <p:txBody>
          <a:bodyPr>
            <a:norm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Data Description</a:t>
            </a:r>
            <a:endParaRPr lang="en-IN" sz="4800">
              <a:solidFill>
                <a:srgbClr val="002060"/>
              </a:solidFill>
            </a:endParaRPr>
          </a:p>
        </p:txBody>
      </p:sp>
      <p:sp>
        <p:nvSpPr>
          <p:cNvPr id="6" name="Subtitle 5">
            <a:extLst>
              <a:ext uri="{FF2B5EF4-FFF2-40B4-BE49-F238E27FC236}">
                <a16:creationId xmlns:a16="http://schemas.microsoft.com/office/drawing/2014/main" id="{2C811059-0920-14E7-4767-BDF0DEEFAD8F}"/>
              </a:ext>
            </a:extLst>
          </p:cNvPr>
          <p:cNvSpPr>
            <a:spLocks noGrp="1"/>
          </p:cNvSpPr>
          <p:nvPr>
            <p:ph type="subTitle" idx="1"/>
          </p:nvPr>
        </p:nvSpPr>
        <p:spPr>
          <a:xfrm>
            <a:off x="-2" y="1555845"/>
            <a:ext cx="12050975" cy="5131558"/>
          </a:xfrm>
        </p:spPr>
        <p:txBody>
          <a:bodyPr>
            <a:normAutofit fontScale="70000" lnSpcReduction="20000"/>
          </a:bodyPr>
          <a:lstStyle/>
          <a:p>
            <a:pPr marL="0" lvl="0" indent="0" algn="l" rtl="0">
              <a:lnSpc>
                <a:spcPct val="75000"/>
              </a:lnSpc>
              <a:spcBef>
                <a:spcPts val="0"/>
              </a:spcBef>
              <a:spcAft>
                <a:spcPts val="0"/>
              </a:spcAft>
              <a:buClr>
                <a:srgbClr val="000000"/>
              </a:buClr>
              <a:buSzPts val="935"/>
              <a:buFont typeface="Arial"/>
              <a:buNone/>
            </a:pPr>
            <a:r>
              <a:rPr lang="en-US" sz="2900" b="1">
                <a:solidFill>
                  <a:schemeClr val="accent6">
                    <a:lumMod val="50000"/>
                  </a:schemeClr>
                </a:solidFill>
                <a:latin typeface="Times New Roman" panose="02020603050405020304" pitchFamily="18" charset="0"/>
                <a:cs typeface="Times New Roman" panose="02020603050405020304" pitchFamily="18" charset="0"/>
              </a:rPr>
              <a:t>Instagram User Interaction Dataset Overview</a:t>
            </a:r>
          </a:p>
          <a:p>
            <a:pPr marL="0" lvl="0" indent="0" algn="l" rtl="0">
              <a:lnSpc>
                <a:spcPct val="75000"/>
              </a:lnSpc>
              <a:spcBef>
                <a:spcPts val="0"/>
              </a:spcBef>
              <a:spcAft>
                <a:spcPts val="0"/>
              </a:spcAft>
              <a:buClr>
                <a:srgbClr val="000000"/>
              </a:buClr>
              <a:buSzPts val="935"/>
              <a:buFont typeface="Arial"/>
              <a:buNone/>
            </a:pPr>
            <a:endParaRPr lang="en-US" sz="2600" b="1">
              <a:solidFill>
                <a:schemeClr val="accent6">
                  <a:lumMod val="50000"/>
                </a:schemeClr>
              </a:solidFill>
              <a:latin typeface="Times New Roman" panose="02020603050405020304" pitchFamily="18" charset="0"/>
              <a:cs typeface="Times New Roman" panose="02020603050405020304" pitchFamily="18" charset="0"/>
            </a:endParaRPr>
          </a:p>
          <a:p>
            <a:pPr marL="0" lvl="0" indent="0" algn="l" rtl="0">
              <a:lnSpc>
                <a:spcPct val="75000"/>
              </a:lnSpc>
              <a:spcBef>
                <a:spcPts val="0"/>
              </a:spcBef>
              <a:spcAft>
                <a:spcPts val="0"/>
              </a:spcAft>
              <a:buClr>
                <a:srgbClr val="000000"/>
              </a:buClr>
              <a:buSzPts val="935"/>
              <a:buFont typeface="Arial"/>
              <a:buNone/>
            </a:pPr>
            <a:r>
              <a:rPr lang="en-US" sz="2600">
                <a:solidFill>
                  <a:schemeClr val="accent5">
                    <a:lumMod val="75000"/>
                  </a:schemeClr>
                </a:solidFill>
                <a:latin typeface="Times New Roman" panose="02020603050405020304" pitchFamily="18" charset="0"/>
                <a:cs typeface="Times New Roman" panose="02020603050405020304" pitchFamily="18" charset="0"/>
              </a:rPr>
              <a:t>This dataset captures Instagram user behavior and interactions to analyze engagement, content trends, and relationships</a:t>
            </a:r>
            <a:r>
              <a:rPr lang="en-US" sz="3300">
                <a:solidFill>
                  <a:schemeClr val="accent5">
                    <a:lumMod val="75000"/>
                  </a:schemeClr>
                </a:solidFill>
                <a:latin typeface="Times New Roman" panose="02020603050405020304" pitchFamily="18" charset="0"/>
                <a:cs typeface="Times New Roman" panose="02020603050405020304" pitchFamily="18" charset="0"/>
              </a:rPr>
              <a:t>.</a:t>
            </a:r>
            <a:endParaRPr lang="en-US" sz="3300" b="1">
              <a:solidFill>
                <a:schemeClr val="accent5">
                  <a:lumMod val="75000"/>
                </a:schemeClr>
              </a:solidFill>
              <a:latin typeface="Times New Roman" panose="02020603050405020304" pitchFamily="18" charset="0"/>
              <a:cs typeface="Times New Roman" panose="02020603050405020304" pitchFamily="18" charset="0"/>
            </a:endParaRPr>
          </a:p>
          <a:p>
            <a:pPr marL="0" lvl="0" indent="0" algn="l" rtl="0">
              <a:lnSpc>
                <a:spcPct val="75000"/>
              </a:lnSpc>
              <a:spcBef>
                <a:spcPts val="0"/>
              </a:spcBef>
              <a:spcAft>
                <a:spcPts val="0"/>
              </a:spcAft>
              <a:buClr>
                <a:srgbClr val="000000"/>
              </a:buClr>
              <a:buSzPts val="935"/>
              <a:buFont typeface="Arial"/>
              <a:buNone/>
            </a:pPr>
            <a:endParaRPr lang="en-US" sz="2800" b="1">
              <a:solidFill>
                <a:schemeClr val="accent6">
                  <a:lumMod val="50000"/>
                </a:schemeClr>
              </a:solidFill>
              <a:latin typeface="Times New Roman" panose="02020603050405020304" pitchFamily="18" charset="0"/>
              <a:cs typeface="Times New Roman" panose="02020603050405020304" pitchFamily="18" charset="0"/>
            </a:endParaRPr>
          </a:p>
          <a:p>
            <a:pPr marL="0" lvl="0" indent="0" algn="l" rtl="0">
              <a:lnSpc>
                <a:spcPct val="75000"/>
              </a:lnSpc>
              <a:spcBef>
                <a:spcPts val="0"/>
              </a:spcBef>
              <a:spcAft>
                <a:spcPts val="0"/>
              </a:spcAft>
              <a:buClr>
                <a:srgbClr val="000000"/>
              </a:buClr>
              <a:buSzPts val="935"/>
              <a:buFont typeface="Arial"/>
              <a:buNone/>
            </a:pPr>
            <a:endParaRPr lang="en-US" sz="2900" b="1">
              <a:solidFill>
                <a:schemeClr val="accent6">
                  <a:lumMod val="50000"/>
                </a:schemeClr>
              </a:solidFill>
              <a:latin typeface="Times New Roman" panose="02020603050405020304" pitchFamily="18" charset="0"/>
              <a:cs typeface="Times New Roman" panose="02020603050405020304" pitchFamily="18" charset="0"/>
            </a:endParaRPr>
          </a:p>
          <a:p>
            <a:pPr marL="0" lvl="0" indent="0" algn="l" rtl="0">
              <a:lnSpc>
                <a:spcPct val="75000"/>
              </a:lnSpc>
              <a:spcBef>
                <a:spcPts val="0"/>
              </a:spcBef>
              <a:spcAft>
                <a:spcPts val="0"/>
              </a:spcAft>
              <a:buClr>
                <a:srgbClr val="000000"/>
              </a:buClr>
              <a:buSzPts val="935"/>
              <a:buFont typeface="Arial"/>
              <a:buNone/>
            </a:pPr>
            <a:r>
              <a:rPr lang="en-US" sz="2900" b="1">
                <a:solidFill>
                  <a:schemeClr val="accent6">
                    <a:lumMod val="50000"/>
                  </a:schemeClr>
                </a:solidFill>
                <a:latin typeface="Times New Roman" panose="02020603050405020304" pitchFamily="18" charset="0"/>
                <a:cs typeface="Times New Roman" panose="02020603050405020304" pitchFamily="18" charset="0"/>
              </a:rPr>
              <a:t>Data Attributes Explained:</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username: Unique user handle.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user_id: Unique user identifier.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photo_id: Unique photo identifier.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created_at: Timestamp of the interaction.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comment_id: Unique comment identifier.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comment_text: Text of the comment.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follower_id: ID of the user following someone.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followee_id: ID of the user being followed.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tag_id: Unique photo tag identifier.  </a:t>
            </a:r>
          </a:p>
          <a:p>
            <a:pPr lvl="0" algn="l" rtl="0">
              <a:lnSpc>
                <a:spcPct val="150000"/>
              </a:lnSpc>
              <a:spcBef>
                <a:spcPts val="0"/>
              </a:spcBef>
              <a:buClr>
                <a:srgbClr val="000000"/>
              </a:buClr>
              <a:buSzPts val="935"/>
            </a:pPr>
            <a:r>
              <a:rPr lang="en-US" sz="2400">
                <a:solidFill>
                  <a:schemeClr val="accent5">
                    <a:lumMod val="75000"/>
                  </a:schemeClr>
                </a:solidFill>
                <a:latin typeface="Times New Roman" panose="02020603050405020304" pitchFamily="18" charset="0"/>
                <a:cs typeface="Times New Roman" panose="02020603050405020304" pitchFamily="18" charset="0"/>
              </a:rPr>
              <a:t>image_url: Direct link to the image.</a:t>
            </a:r>
          </a:p>
          <a:p>
            <a:pPr rtl="0">
              <a:spcBef>
                <a:spcPts val="0"/>
              </a:spcBef>
              <a:spcAft>
                <a:spcPts val="0"/>
              </a:spcAft>
            </a:pPr>
            <a:endParaRPr lang="en-IN" sz="3400" b="1">
              <a:solidFill>
                <a:schemeClr val="accent5">
                  <a:lumMod val="75000"/>
                </a:schemeClr>
              </a:solidFill>
              <a:latin typeface="Times New Roman" panose="02020603050405020304" pitchFamily="18" charset="0"/>
              <a:cs typeface="Times New Roman" panose="02020603050405020304" pitchFamily="18" charset="0"/>
            </a:endParaRPr>
          </a:p>
          <a:p>
            <a:pPr rtl="0">
              <a:spcBef>
                <a:spcPts val="0"/>
              </a:spcBef>
              <a:spcAft>
                <a:spcPts val="0"/>
              </a:spcAft>
            </a:pPr>
            <a:r>
              <a:rPr lang="en-IN" sz="3400" b="1" i="0" u="none" strike="noStrike">
                <a:solidFill>
                  <a:schemeClr val="accent6">
                    <a:lumMod val="50000"/>
                  </a:schemeClr>
                </a:solidFill>
                <a:effectLst/>
                <a:latin typeface="Times New Roman" panose="02020603050405020304" pitchFamily="18" charset="0"/>
                <a:cs typeface="Times New Roman" panose="02020603050405020304" pitchFamily="18" charset="0"/>
              </a:rPr>
              <a:t>Data Link: </a:t>
            </a:r>
            <a:r>
              <a:rPr lang="en-IN" sz="3400" b="1" i="0" u="sng" strike="noStrike">
                <a:solidFill>
                  <a:schemeClr val="accent5">
                    <a:lumMod val="75000"/>
                  </a:schemeClr>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Link</a:t>
            </a:r>
            <a:endParaRPr lang="en-IN" sz="3400" b="0">
              <a:solidFill>
                <a:schemeClr val="accent5">
                  <a:lumMod val="75000"/>
                </a:schemeClr>
              </a:solidFill>
              <a:effectLst/>
              <a:latin typeface="Times New Roman" panose="02020603050405020304" pitchFamily="18" charset="0"/>
              <a:cs typeface="Times New Roman" panose="02020603050405020304" pitchFamily="18" charset="0"/>
            </a:endParaRPr>
          </a:p>
          <a:p>
            <a:endParaRPr lang="en-IN"/>
          </a:p>
        </p:txBody>
      </p:sp>
      <p:pic>
        <p:nvPicPr>
          <p:cNvPr id="7" name="Picture 2" descr="Instagram App Pictures | Download Free Images on Unsplash">
            <a:extLst>
              <a:ext uri="{FF2B5EF4-FFF2-40B4-BE49-F238E27FC236}">
                <a16:creationId xmlns:a16="http://schemas.microsoft.com/office/drawing/2014/main" id="{3A05B6B5-A2FD-9CA6-2125-996808071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660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B3C12F-533C-A239-A8E3-D0C03AFF7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a:solidFill>
            <a:schemeClr val="accent4">
              <a:lumMod val="20000"/>
              <a:lumOff val="80000"/>
            </a:schemeClr>
          </a:solidFill>
        </p:spPr>
      </p:pic>
      <p:sp>
        <p:nvSpPr>
          <p:cNvPr id="5" name="Title 4">
            <a:extLst>
              <a:ext uri="{FF2B5EF4-FFF2-40B4-BE49-F238E27FC236}">
                <a16:creationId xmlns:a16="http://schemas.microsoft.com/office/drawing/2014/main" id="{B96548D3-C30B-9605-BFB3-3CBB828FED1C}"/>
              </a:ext>
            </a:extLst>
          </p:cNvPr>
          <p:cNvSpPr>
            <a:spLocks noGrp="1"/>
          </p:cNvSpPr>
          <p:nvPr>
            <p:ph type="ctrTitle"/>
          </p:nvPr>
        </p:nvSpPr>
        <p:spPr>
          <a:xfrm>
            <a:off x="95534" y="177421"/>
            <a:ext cx="5486400" cy="1009934"/>
          </a:xfrm>
        </p:spPr>
        <p:txBody>
          <a:bodyPr>
            <a:normAutofit/>
          </a:bodyPr>
          <a:lstStyle/>
          <a:p>
            <a:r>
              <a:rPr lang="en-US" sz="4800" b="1">
                <a:solidFill>
                  <a:srgbClr val="002060"/>
                </a:solidFill>
                <a:latin typeface="Times New Roman" panose="02020603050405020304" pitchFamily="18" charset="0"/>
                <a:cs typeface="Times New Roman" panose="02020603050405020304" pitchFamily="18" charset="0"/>
              </a:rPr>
              <a:t>Data Overview</a:t>
            </a:r>
            <a:endParaRPr lang="en-IN" sz="4800">
              <a:solidFill>
                <a:srgbClr val="002060"/>
              </a:solidFill>
            </a:endParaRPr>
          </a:p>
        </p:txBody>
      </p:sp>
      <p:graphicFrame>
        <p:nvGraphicFramePr>
          <p:cNvPr id="17" name="Content Placeholder 3">
            <a:extLst>
              <a:ext uri="{FF2B5EF4-FFF2-40B4-BE49-F238E27FC236}">
                <a16:creationId xmlns:a16="http://schemas.microsoft.com/office/drawing/2014/main" id="{0CAEF1C9-2D07-674B-1226-3A66C6B1FB42}"/>
              </a:ext>
            </a:extLst>
          </p:cNvPr>
          <p:cNvGraphicFramePr>
            <a:graphicFrameLocks/>
          </p:cNvGraphicFramePr>
          <p:nvPr>
            <p:extLst>
              <p:ext uri="{D42A27DB-BD31-4B8C-83A1-F6EECF244321}">
                <p14:modId xmlns:p14="http://schemas.microsoft.com/office/powerpoint/2010/main" val="1416347664"/>
              </p:ext>
            </p:extLst>
          </p:nvPr>
        </p:nvGraphicFramePr>
        <p:xfrm>
          <a:off x="791569" y="1774209"/>
          <a:ext cx="1027676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Picture 2">
            <a:extLst>
              <a:ext uri="{FF2B5EF4-FFF2-40B4-BE49-F238E27FC236}">
                <a16:creationId xmlns:a16="http://schemas.microsoft.com/office/drawing/2014/main" id="{3BF14D6D-55B1-7A92-A443-400C100739A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13968" y="4606119"/>
            <a:ext cx="571128" cy="49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4" descr="New icon">
            <a:extLst>
              <a:ext uri="{FF2B5EF4-FFF2-40B4-BE49-F238E27FC236}">
                <a16:creationId xmlns:a16="http://schemas.microsoft.com/office/drawing/2014/main" id="{E99B9076-67DD-04EA-03A6-113C69914AC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79514" y="2854842"/>
            <a:ext cx="670645" cy="67064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a:extLst>
              <a:ext uri="{FF2B5EF4-FFF2-40B4-BE49-F238E27FC236}">
                <a16:creationId xmlns:a16="http://schemas.microsoft.com/office/drawing/2014/main" id="{3C949CF9-09F8-1B74-30BE-BA1F200F648E}"/>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75551" y="1774209"/>
            <a:ext cx="609939" cy="60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7" descr="Heart icon">
            <a:extLst>
              <a:ext uri="{FF2B5EF4-FFF2-40B4-BE49-F238E27FC236}">
                <a16:creationId xmlns:a16="http://schemas.microsoft.com/office/drawing/2014/main" id="{1335F733-F366-7ACC-B468-E2AC07A066E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363324" y="1414298"/>
            <a:ext cx="609939" cy="61334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a:extLst>
              <a:ext uri="{FF2B5EF4-FFF2-40B4-BE49-F238E27FC236}">
                <a16:creationId xmlns:a16="http://schemas.microsoft.com/office/drawing/2014/main" id="{0A41E74D-97CF-178C-7C26-10EF30206AC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953075" y="1769487"/>
            <a:ext cx="609938" cy="563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0" descr="Tags icon">
            <a:extLst>
              <a:ext uri="{FF2B5EF4-FFF2-40B4-BE49-F238E27FC236}">
                <a16:creationId xmlns:a16="http://schemas.microsoft.com/office/drawing/2014/main" id="{00B498D6-7F6C-7E3D-E97C-C9DF6430CAE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022525" y="2854842"/>
            <a:ext cx="720080" cy="72008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1">
            <a:extLst>
              <a:ext uri="{FF2B5EF4-FFF2-40B4-BE49-F238E27FC236}">
                <a16:creationId xmlns:a16="http://schemas.microsoft.com/office/drawing/2014/main" id="{CA685E10-5DAC-FB9A-FE83-347E09179759}"/>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382565" y="4606119"/>
            <a:ext cx="499120" cy="49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 descr="Instagram App Pictures | Download Free Images on Unsplash">
            <a:extLst>
              <a:ext uri="{FF2B5EF4-FFF2-40B4-BE49-F238E27FC236}">
                <a16:creationId xmlns:a16="http://schemas.microsoft.com/office/drawing/2014/main" id="{836C727F-1122-6408-0FCB-56262912259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846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9769CD-3600-FA27-A440-A6AA1E161C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553AF7F2-4A8A-DB78-7E29-13766447DA51}"/>
              </a:ext>
            </a:extLst>
          </p:cNvPr>
          <p:cNvSpPr>
            <a:spLocks noGrp="1"/>
          </p:cNvSpPr>
          <p:nvPr>
            <p:ph type="ctrTitle"/>
          </p:nvPr>
        </p:nvSpPr>
        <p:spPr>
          <a:xfrm>
            <a:off x="-1637731" y="145743"/>
            <a:ext cx="12910782" cy="987021"/>
          </a:xfrm>
        </p:spPr>
        <p:txBody>
          <a:bodyPr>
            <a:normAutofit/>
          </a:bodyPr>
          <a:lstStyle/>
          <a:p>
            <a:r>
              <a:rPr lang="en-IN" sz="4800" b="1">
                <a:solidFill>
                  <a:srgbClr val="002060"/>
                </a:solidFill>
                <a:latin typeface="Times New Roman" panose="02020603050405020304" pitchFamily="18" charset="0"/>
                <a:cs typeface="Times New Roman" panose="02020603050405020304" pitchFamily="18" charset="0"/>
              </a:rPr>
              <a:t>Data Exploration Approach</a:t>
            </a:r>
            <a:endParaRPr lang="en-IN" sz="4800">
              <a:solidFill>
                <a:srgbClr val="002060"/>
              </a:solidFill>
            </a:endParaRPr>
          </a:p>
        </p:txBody>
      </p:sp>
      <p:graphicFrame>
        <p:nvGraphicFramePr>
          <p:cNvPr id="8" name="Content Placeholder 3">
            <a:extLst>
              <a:ext uri="{FF2B5EF4-FFF2-40B4-BE49-F238E27FC236}">
                <a16:creationId xmlns:a16="http://schemas.microsoft.com/office/drawing/2014/main" id="{4794EAFC-11BF-F95A-C2D2-63E819EF0985}"/>
              </a:ext>
            </a:extLst>
          </p:cNvPr>
          <p:cNvGraphicFramePr>
            <a:graphicFrameLocks/>
          </p:cNvGraphicFramePr>
          <p:nvPr>
            <p:extLst>
              <p:ext uri="{D42A27DB-BD31-4B8C-83A1-F6EECF244321}">
                <p14:modId xmlns:p14="http://schemas.microsoft.com/office/powerpoint/2010/main" val="922411999"/>
              </p:ext>
            </p:extLst>
          </p:nvPr>
        </p:nvGraphicFramePr>
        <p:xfrm>
          <a:off x="0" y="1446663"/>
          <a:ext cx="11928143" cy="5065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2" descr="Instagram App Pictures | Download Free Images on Unsplash">
            <a:extLst>
              <a:ext uri="{FF2B5EF4-FFF2-40B4-BE49-F238E27FC236}">
                <a16:creationId xmlns:a16="http://schemas.microsoft.com/office/drawing/2014/main" id="{058B9D22-69F1-8E19-ED29-1F3FE2A61D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966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2786D0-26A1-8A50-41ED-F9C0931A2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pic>
        <p:nvPicPr>
          <p:cNvPr id="5" name="Picture 2" descr="Instagram App Pictures | Download Free Images on Unsplash">
            <a:extLst>
              <a:ext uri="{FF2B5EF4-FFF2-40B4-BE49-F238E27FC236}">
                <a16:creationId xmlns:a16="http://schemas.microsoft.com/office/drawing/2014/main" id="{97166823-9180-7621-2897-A2E5F427E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58B85498-B335-E923-3645-3F7A68E09FCF}"/>
              </a:ext>
            </a:extLst>
          </p:cNvPr>
          <p:cNvSpPr>
            <a:spLocks noGrp="1"/>
          </p:cNvSpPr>
          <p:nvPr>
            <p:ph type="ctrTitle"/>
          </p:nvPr>
        </p:nvSpPr>
        <p:spPr>
          <a:xfrm>
            <a:off x="1" y="177422"/>
            <a:ext cx="10668000" cy="982070"/>
          </a:xfrm>
        </p:spPr>
        <p:txBody>
          <a:bodyPr>
            <a:normAutofit/>
          </a:bodyPr>
          <a:lstStyle/>
          <a:p>
            <a:r>
              <a:rPr lang="en-US" sz="4800" b="1">
                <a:solidFill>
                  <a:srgbClr val="002060"/>
                </a:solidFill>
                <a:latin typeface="Times New Roman" panose="02020603050405020304" pitchFamily="18" charset="0"/>
                <a:cs typeface="Times New Roman" panose="02020603050405020304" pitchFamily="18" charset="0"/>
              </a:rPr>
              <a:t>Instagram Data Analysis with SQL</a:t>
            </a:r>
            <a:r>
              <a:rPr lang="en-US" sz="4800">
                <a:solidFill>
                  <a:srgbClr val="002060"/>
                </a:solidFill>
                <a:latin typeface="Times New Roman" panose="02020603050405020304" pitchFamily="18" charset="0"/>
                <a:cs typeface="Times New Roman" panose="02020603050405020304" pitchFamily="18" charset="0"/>
              </a:rPr>
              <a:t> </a:t>
            </a:r>
            <a:endParaRPr lang="en-IN" sz="4800">
              <a:solidFill>
                <a:srgbClr val="002060"/>
              </a:solidFill>
            </a:endParaRPr>
          </a:p>
        </p:txBody>
      </p:sp>
      <p:sp>
        <p:nvSpPr>
          <p:cNvPr id="7" name="Subtitle 6">
            <a:extLst>
              <a:ext uri="{FF2B5EF4-FFF2-40B4-BE49-F238E27FC236}">
                <a16:creationId xmlns:a16="http://schemas.microsoft.com/office/drawing/2014/main" id="{A898F8B1-4CC4-DD0F-B94E-D8DA6D947C2B}"/>
              </a:ext>
            </a:extLst>
          </p:cNvPr>
          <p:cNvSpPr>
            <a:spLocks noGrp="1"/>
          </p:cNvSpPr>
          <p:nvPr>
            <p:ph type="subTitle" idx="1"/>
          </p:nvPr>
        </p:nvSpPr>
        <p:spPr>
          <a:xfrm>
            <a:off x="436728" y="1774209"/>
            <a:ext cx="11000096" cy="4244454"/>
          </a:xfrm>
        </p:spPr>
        <p:txBody>
          <a:bodyPr>
            <a:normAutofit fontScale="92500"/>
          </a:bodyPr>
          <a:lstStyle/>
          <a:p>
            <a:pPr marL="685800" indent="-685800" algn="l">
              <a:lnSpc>
                <a:spcPct val="150000"/>
              </a:lnSpc>
              <a:buFont typeface="Arial" panose="020B0604020202020204" pitchFamily="34" charset="0"/>
              <a:buChar char="•"/>
            </a:pPr>
            <a:r>
              <a:rPr lang="en-IN" sz="2400">
                <a:solidFill>
                  <a:schemeClr val="accent5">
                    <a:lumMod val="75000"/>
                  </a:schemeClr>
                </a:solidFill>
                <a:latin typeface="Times New Roman" panose="02020603050405020304" pitchFamily="18" charset="0"/>
                <a:cs typeface="Times New Roman" panose="02020603050405020304" pitchFamily="18" charset="0"/>
              </a:rPr>
              <a:t>Use JOINs to link various tables like users, photos, likes, etc.</a:t>
            </a:r>
          </a:p>
          <a:p>
            <a:pPr marL="685800" indent="-685800" algn="l">
              <a:lnSpc>
                <a:spcPct val="150000"/>
              </a:lnSpc>
              <a:buFont typeface="Arial" panose="020B0604020202020204" pitchFamily="34" charset="0"/>
              <a:buChar char="•"/>
            </a:pPr>
            <a:r>
              <a:rPr lang="en-IN" sz="2400">
                <a:solidFill>
                  <a:schemeClr val="accent5">
                    <a:lumMod val="75000"/>
                  </a:schemeClr>
                </a:solidFill>
                <a:latin typeface="Times New Roman" panose="02020603050405020304" pitchFamily="18" charset="0"/>
                <a:cs typeface="Times New Roman" panose="02020603050405020304" pitchFamily="18" charset="0"/>
              </a:rPr>
              <a:t>Use of aggregate functions like count and average with group by clause.</a:t>
            </a:r>
          </a:p>
          <a:p>
            <a:pPr marL="685800" indent="-685800" algn="l">
              <a:lnSpc>
                <a:spcPct val="150000"/>
              </a:lnSpc>
              <a:buFont typeface="Arial" panose="020B0604020202020204" pitchFamily="34" charset="0"/>
              <a:buChar char="•"/>
            </a:pPr>
            <a:r>
              <a:rPr lang="en-IN" sz="2400">
                <a:solidFill>
                  <a:schemeClr val="accent5">
                    <a:lumMod val="75000"/>
                  </a:schemeClr>
                </a:solidFill>
                <a:latin typeface="Times New Roman" panose="02020603050405020304" pitchFamily="18" charset="0"/>
                <a:cs typeface="Times New Roman" panose="02020603050405020304" pitchFamily="18" charset="0"/>
              </a:rPr>
              <a:t>Use of order by clause to sort the users or photos based on certain count (for example, sorting photos with highest number of likes).</a:t>
            </a:r>
          </a:p>
          <a:p>
            <a:pPr marL="685800" indent="-685800" algn="l">
              <a:lnSpc>
                <a:spcPct val="150000"/>
              </a:lnSpc>
              <a:buFont typeface="Arial" panose="020B0604020202020204" pitchFamily="34" charset="0"/>
              <a:buChar char="•"/>
            </a:pPr>
            <a:r>
              <a:rPr lang="en-IN" sz="2400">
                <a:solidFill>
                  <a:schemeClr val="accent5">
                    <a:lumMod val="75000"/>
                  </a:schemeClr>
                </a:solidFill>
                <a:latin typeface="Times New Roman" panose="02020603050405020304" pitchFamily="18" charset="0"/>
                <a:cs typeface="Times New Roman" panose="02020603050405020304" pitchFamily="18" charset="0"/>
              </a:rPr>
              <a:t>Use CTEs and sub-queries for simplification of complex queries to fetch metrics like count, average, likes, comments and so on across different tables.</a:t>
            </a:r>
          </a:p>
          <a:p>
            <a:pPr marL="685800" indent="-685800" algn="l">
              <a:lnSpc>
                <a:spcPct val="150000"/>
              </a:lnSpc>
              <a:buFont typeface="Arial" panose="020B0604020202020204" pitchFamily="34" charset="0"/>
              <a:buChar char="•"/>
            </a:pPr>
            <a:r>
              <a:rPr lang="en-IN" sz="2400">
                <a:solidFill>
                  <a:schemeClr val="accent5">
                    <a:lumMod val="75000"/>
                  </a:schemeClr>
                </a:solidFill>
                <a:latin typeface="Times New Roman" panose="02020603050405020304" pitchFamily="18" charset="0"/>
                <a:cs typeface="Times New Roman" panose="02020603050405020304" pitchFamily="18" charset="0"/>
              </a:rPr>
              <a:t>Use of Window functions like rank() and dense_rank() to rank the top engagement users.</a:t>
            </a:r>
          </a:p>
          <a:p>
            <a:endParaRPr lang="en-IN"/>
          </a:p>
        </p:txBody>
      </p:sp>
    </p:spTree>
    <p:extLst>
      <p:ext uri="{BB962C8B-B14F-4D97-AF65-F5344CB8AC3E}">
        <p14:creationId xmlns:p14="http://schemas.microsoft.com/office/powerpoint/2010/main" val="1156196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0AE53C-11D5-62DC-47DE-844CF57C5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7CE14AE7-3135-6ADA-111A-A805F0F2A402}"/>
              </a:ext>
            </a:extLst>
          </p:cNvPr>
          <p:cNvSpPr>
            <a:spLocks noGrp="1"/>
          </p:cNvSpPr>
          <p:nvPr>
            <p:ph type="ctrTitle"/>
          </p:nvPr>
        </p:nvSpPr>
        <p:spPr>
          <a:xfrm>
            <a:off x="281354" y="1"/>
            <a:ext cx="7287064" cy="1097280"/>
          </a:xfrm>
        </p:spPr>
        <p:txBody>
          <a:bodyPr>
            <a:normAutofit/>
          </a:bodyPr>
          <a:lstStyle/>
          <a:p>
            <a:r>
              <a:rPr lang="en-US" sz="4800" b="1">
                <a:solidFill>
                  <a:schemeClr val="tx2">
                    <a:lumMod val="90000"/>
                    <a:lumOff val="10000"/>
                  </a:schemeClr>
                </a:solidFill>
                <a:latin typeface="Times New Roman" panose="02020603050405020304" pitchFamily="18" charset="0"/>
                <a:cs typeface="Times New Roman" panose="02020603050405020304" pitchFamily="18" charset="0"/>
              </a:rPr>
              <a:t>User Classification</a:t>
            </a:r>
            <a:endParaRPr lang="en-IN" sz="4800">
              <a:solidFill>
                <a:schemeClr val="tx2">
                  <a:lumMod val="90000"/>
                  <a:lumOff val="10000"/>
                </a:schemeClr>
              </a:solidFill>
            </a:endParaRPr>
          </a:p>
        </p:txBody>
      </p:sp>
      <p:sp>
        <p:nvSpPr>
          <p:cNvPr id="6" name="Subtitle 5">
            <a:extLst>
              <a:ext uri="{FF2B5EF4-FFF2-40B4-BE49-F238E27FC236}">
                <a16:creationId xmlns:a16="http://schemas.microsoft.com/office/drawing/2014/main" id="{C0A0DD07-B416-7978-AA65-AD43101302C1}"/>
              </a:ext>
            </a:extLst>
          </p:cNvPr>
          <p:cNvSpPr>
            <a:spLocks noGrp="1"/>
          </p:cNvSpPr>
          <p:nvPr>
            <p:ph type="subTitle" idx="1"/>
          </p:nvPr>
        </p:nvSpPr>
        <p:spPr>
          <a:xfrm>
            <a:off x="5336275" y="1547445"/>
            <a:ext cx="6855724" cy="5190979"/>
          </a:xfrm>
        </p:spPr>
        <p:txBody>
          <a:bodyPr>
            <a:normAutofit/>
          </a:bodyPr>
          <a:lstStyle/>
          <a:p>
            <a:pPr algn="l"/>
            <a:r>
              <a:rPr lang="en-GB" sz="2400" b="1">
                <a:solidFill>
                  <a:schemeClr val="bg1"/>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Insights</a:t>
            </a:r>
            <a:endParaRPr lang="en-US" sz="2400" b="1">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Active (30%): 30/100 users are highly engaged.  </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Moderately Active (34%): 34/100 users are medium-engaged.  </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Inactive (36%): 36/100 users are low-engaged.</a:t>
            </a:r>
          </a:p>
          <a:p>
            <a:pPr marL="342900" indent="-342900" algn="l">
              <a:buFont typeface="Arial" panose="020B0604020202020204" pitchFamily="34" charset="0"/>
              <a:buChar char="•"/>
            </a:pPr>
            <a:endParaRPr lang="en-US" sz="2000">
              <a:solidFill>
                <a:schemeClr val="accent5">
                  <a:lumMod val="75000"/>
                </a:schemeClr>
              </a:solidFill>
              <a:latin typeface="Times New Roman" panose="02020603050405020304" pitchFamily="18" charset="0"/>
              <a:cs typeface="Times New Roman" panose="02020603050405020304" pitchFamily="18" charset="0"/>
            </a:endParaRPr>
          </a:p>
          <a:p>
            <a:pPr algn="l"/>
            <a:r>
              <a:rPr lang="en-GB" sz="2400">
                <a:solidFill>
                  <a:schemeClr val="accent5">
                    <a:lumMod val="75000"/>
                  </a:schemeClr>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Recommendations</a:t>
            </a:r>
          </a:p>
          <a:p>
            <a:pPr marL="285750" indent="-28575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Implement loyalty programs or 'Super User' status to sustain high engagement levels.</a:t>
            </a:r>
          </a:p>
          <a:p>
            <a:pPr marL="285750" indent="-28575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Deploy a 'We Miss You' re-engagement campaign via push notifications or targeted email offers</a:t>
            </a:r>
            <a:r>
              <a:rPr lang="en-US" sz="2000">
                <a:solidFill>
                  <a:schemeClr val="accent5">
                    <a:lumMod val="75000"/>
                  </a:schemeClr>
                </a:solidFill>
              </a:rPr>
              <a:t>.</a:t>
            </a:r>
            <a:endParaRPr lang="en-US" sz="2000">
              <a:solidFill>
                <a:schemeClr val="accent5">
                  <a:lumMod val="75000"/>
                </a:schemeClr>
              </a:solidFill>
              <a:latin typeface="Times New Roman" panose="02020603050405020304" pitchFamily="18" charset="0"/>
              <a:cs typeface="Times New Roman" panose="02020603050405020304" pitchFamily="18" charset="0"/>
            </a:endParaRPr>
          </a:p>
          <a:p>
            <a:endParaRPr lang="en-IN"/>
          </a:p>
        </p:txBody>
      </p:sp>
      <p:graphicFrame>
        <p:nvGraphicFramePr>
          <p:cNvPr id="7" name="Chart 6">
            <a:extLst>
              <a:ext uri="{FF2B5EF4-FFF2-40B4-BE49-F238E27FC236}">
                <a16:creationId xmlns:a16="http://schemas.microsoft.com/office/drawing/2014/main" id="{51650DBC-657F-F619-E19D-8E4A19BF4D29}"/>
              </a:ext>
            </a:extLst>
          </p:cNvPr>
          <p:cNvGraphicFramePr/>
          <p:nvPr>
            <p:extLst>
              <p:ext uri="{D42A27DB-BD31-4B8C-83A1-F6EECF244321}">
                <p14:modId xmlns:p14="http://schemas.microsoft.com/office/powerpoint/2010/main" val="2792568315"/>
              </p:ext>
            </p:extLst>
          </p:nvPr>
        </p:nvGraphicFramePr>
        <p:xfrm>
          <a:off x="90494" y="1651379"/>
          <a:ext cx="4814438" cy="4017269"/>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2" descr="Instagram App Pictures | Download Free Images on Unsplash">
            <a:extLst>
              <a:ext uri="{FF2B5EF4-FFF2-40B4-BE49-F238E27FC236}">
                <a16:creationId xmlns:a16="http://schemas.microsoft.com/office/drawing/2014/main" id="{69F5EC81-FF34-9DEB-5254-977C6C528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8778" y="18481"/>
            <a:ext cx="1273222" cy="1273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946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ABE5CD-731A-118B-BD43-486AE35F3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6" name="Title 5">
            <a:extLst>
              <a:ext uri="{FF2B5EF4-FFF2-40B4-BE49-F238E27FC236}">
                <a16:creationId xmlns:a16="http://schemas.microsoft.com/office/drawing/2014/main" id="{C9C80C50-FFB4-6A67-6B63-4DFA9C28EFF4}"/>
              </a:ext>
            </a:extLst>
          </p:cNvPr>
          <p:cNvSpPr>
            <a:spLocks noGrp="1"/>
          </p:cNvSpPr>
          <p:nvPr>
            <p:ph type="ctrTitle"/>
          </p:nvPr>
        </p:nvSpPr>
        <p:spPr>
          <a:xfrm>
            <a:off x="-168812" y="346075"/>
            <a:ext cx="11577710" cy="1018491"/>
          </a:xfrm>
        </p:spPr>
        <p:txBody>
          <a:bodyPr>
            <a:normAutofit/>
          </a:bodyPr>
          <a:lstStyle/>
          <a:p>
            <a:r>
              <a:rPr lang="en-IN" sz="4800" b="1">
                <a:solidFill>
                  <a:srgbClr val="002060"/>
                </a:solidFill>
                <a:latin typeface="Times New Roman" panose="02020603050405020304" pitchFamily="18" charset="0"/>
                <a:cs typeface="Times New Roman" panose="02020603050405020304" pitchFamily="18" charset="0"/>
              </a:rPr>
              <a:t>Most Loyal Or Valuable Users</a:t>
            </a:r>
            <a:endParaRPr lang="en-IN" sz="4800">
              <a:solidFill>
                <a:srgbClr val="002060"/>
              </a:solidFill>
            </a:endParaRPr>
          </a:p>
        </p:txBody>
      </p:sp>
      <p:sp>
        <p:nvSpPr>
          <p:cNvPr id="7" name="Subtitle 6">
            <a:extLst>
              <a:ext uri="{FF2B5EF4-FFF2-40B4-BE49-F238E27FC236}">
                <a16:creationId xmlns:a16="http://schemas.microsoft.com/office/drawing/2014/main" id="{9AEC1B03-CEAC-19E4-4C9A-4D5D8C5CDF11}"/>
              </a:ext>
            </a:extLst>
          </p:cNvPr>
          <p:cNvSpPr>
            <a:spLocks noGrp="1"/>
          </p:cNvSpPr>
          <p:nvPr>
            <p:ph type="subTitle" idx="1"/>
          </p:nvPr>
        </p:nvSpPr>
        <p:spPr>
          <a:xfrm>
            <a:off x="0" y="2011681"/>
            <a:ext cx="11521440" cy="4346916"/>
          </a:xfrm>
        </p:spPr>
        <p:txBody>
          <a:bodyPr>
            <a:normAutofit/>
          </a:bodyPr>
          <a:lstStyle/>
          <a:p>
            <a:pPr>
              <a:lnSpc>
                <a:spcPct val="100000"/>
              </a:lnSpc>
            </a:pPr>
            <a:r>
              <a:rPr lang="en-IN" sz="2400">
                <a:solidFill>
                  <a:schemeClr val="accent5">
                    <a:lumMod val="75000"/>
                  </a:schemeClr>
                </a:solidFill>
                <a:latin typeface="Times New Roman" panose="02020603050405020304" pitchFamily="18" charset="0"/>
                <a:cs typeface="Times New Roman" panose="02020603050405020304" pitchFamily="18" charset="0"/>
              </a:rPr>
              <a:t>Users with high engagement rates can be considered loyal or most valuable. As per the previous slide, the following valuable users can also be used as brand ambassadors to boost the reach of future ad campaigns or targeted contents.</a:t>
            </a:r>
            <a:endParaRPr lang="en-IN" sz="1800">
              <a:solidFill>
                <a:schemeClr val="accent5">
                  <a:lumMod val="75000"/>
                </a:schemeClr>
              </a:solidFill>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Clint27</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Delfina_VonRueden68</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Aurelie71</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Jaime53</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Donald.Fritsch</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Eveline95</a:t>
            </a:r>
          </a:p>
          <a:p>
            <a:pPr marL="342900" indent="-342900" algn="l">
              <a:buFont typeface="+mj-lt"/>
              <a:buAutoNum type="arabicPeriod"/>
            </a:pPr>
            <a:r>
              <a:rPr lang="en-IN" sz="2000">
                <a:solidFill>
                  <a:schemeClr val="accent5">
                    <a:lumMod val="75000"/>
                  </a:schemeClr>
                </a:solidFill>
                <a:latin typeface="Times New Roman" panose="02020603050405020304" pitchFamily="18" charset="0"/>
                <a:cs typeface="Times New Roman" panose="02020603050405020304" pitchFamily="18" charset="0"/>
              </a:rPr>
              <a:t>Cesar93</a:t>
            </a:r>
          </a:p>
          <a:p>
            <a:pPr algn="l"/>
            <a:endParaRPr lang="en-IN" sz="1800">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10" name="Picture 2" descr="Instagram App Pictures | Download Free Images on Unsplash">
            <a:extLst>
              <a:ext uri="{FF2B5EF4-FFF2-40B4-BE49-F238E27FC236}">
                <a16:creationId xmlns:a16="http://schemas.microsoft.com/office/drawing/2014/main" id="{767197E0-7AC0-CA95-E8C4-3FA5C92CE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8778" y="18481"/>
            <a:ext cx="1273222" cy="127322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ustomer lifetime value icon">
            <a:extLst>
              <a:ext uri="{FF2B5EF4-FFF2-40B4-BE49-F238E27FC236}">
                <a16:creationId xmlns:a16="http://schemas.microsoft.com/office/drawing/2014/main" id="{11F623DC-3D21-A226-81E6-A05CE97223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3895" y="3976469"/>
            <a:ext cx="1950949" cy="1950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3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2D86DB-13A5-C279-C0BC-69861EC65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DFDF22D6-9917-8C09-D81C-D1F8B1ED4EE4}"/>
              </a:ext>
            </a:extLst>
          </p:cNvPr>
          <p:cNvSpPr>
            <a:spLocks noGrp="1"/>
          </p:cNvSpPr>
          <p:nvPr>
            <p:ph type="ctrTitle"/>
          </p:nvPr>
        </p:nvSpPr>
        <p:spPr>
          <a:xfrm>
            <a:off x="-365760" y="0"/>
            <a:ext cx="11859065" cy="1185863"/>
          </a:xfrm>
        </p:spPr>
        <p:txBody>
          <a:bodyPr>
            <a:normAutofit/>
          </a:bodyPr>
          <a:lstStyle/>
          <a:p>
            <a:r>
              <a:rPr lang="en-IN" sz="4800" b="1">
                <a:solidFill>
                  <a:srgbClr val="002060"/>
                </a:solidFill>
                <a:latin typeface="Times New Roman" panose="02020603050405020304" pitchFamily="18" charset="0"/>
                <a:cs typeface="Times New Roman" panose="02020603050405020304" pitchFamily="18" charset="0"/>
              </a:rPr>
              <a:t>Top Users with Highest Engagement</a:t>
            </a:r>
            <a:endParaRPr lang="en-IN" sz="4800">
              <a:solidFill>
                <a:srgbClr val="002060"/>
              </a:solidFill>
            </a:endParaRPr>
          </a:p>
        </p:txBody>
      </p:sp>
      <p:sp>
        <p:nvSpPr>
          <p:cNvPr id="6" name="Subtitle 5">
            <a:extLst>
              <a:ext uri="{FF2B5EF4-FFF2-40B4-BE49-F238E27FC236}">
                <a16:creationId xmlns:a16="http://schemas.microsoft.com/office/drawing/2014/main" id="{0DDEBE17-F251-9D84-0B24-5F9EC7F9E90E}"/>
              </a:ext>
            </a:extLst>
          </p:cNvPr>
          <p:cNvSpPr>
            <a:spLocks noGrp="1"/>
          </p:cNvSpPr>
          <p:nvPr>
            <p:ph type="subTitle" idx="1"/>
          </p:nvPr>
        </p:nvSpPr>
        <p:spPr>
          <a:xfrm>
            <a:off x="5214938" y="1813660"/>
            <a:ext cx="6772275" cy="4715728"/>
          </a:xfrm>
        </p:spPr>
        <p:txBody>
          <a:bodyPr>
            <a:normAutofit/>
          </a:bodyPr>
          <a:lstStyle/>
          <a:p>
            <a:pPr algn="l"/>
            <a:r>
              <a:rPr lang="en-GB" sz="2400" b="1">
                <a:solidFill>
                  <a:schemeClr val="accent5">
                    <a:lumMod val="75000"/>
                  </a:schemeClr>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Insights</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The top 10 influencers drive most platform activity. </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High comment-to-like ratios identify active contributors who boost user retention.</a:t>
            </a:r>
            <a:endParaRPr lang="en-GB" sz="2000" b="1">
              <a:solidFill>
                <a:schemeClr val="accent5">
                  <a:lumMod val="75000"/>
                </a:schemeClr>
              </a:solidFill>
              <a:latin typeface="Times New Roman" panose="02020603050405020304" pitchFamily="18" charset="0"/>
              <a:cs typeface="Times New Roman" panose="02020603050405020304" pitchFamily="18" charset="0"/>
            </a:endParaRPr>
          </a:p>
          <a:p>
            <a:pPr algn="l"/>
            <a:endParaRPr lang="en-GB" sz="2000">
              <a:solidFill>
                <a:schemeClr val="accent5">
                  <a:lumMod val="75000"/>
                </a:schemeClr>
              </a:solidFill>
              <a:latin typeface="Times New Roman" panose="02020603050405020304" pitchFamily="18" charset="0"/>
              <a:cs typeface="Times New Roman" panose="02020603050405020304" pitchFamily="18" charset="0"/>
            </a:endParaRPr>
          </a:p>
          <a:p>
            <a:pPr algn="l"/>
            <a:r>
              <a:rPr lang="en-GB" sz="2400">
                <a:solidFill>
                  <a:schemeClr val="accent5">
                    <a:lumMod val="75000"/>
                  </a:schemeClr>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Recommendations</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Launch a creator program for the top 5 users to boost retention and content production. </a:t>
            </a:r>
          </a:p>
          <a:p>
            <a:pPr marL="342900" indent="-342900" algn="l">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 Analyze content formats vs. engagement to identify and replicate top-performing trends.</a:t>
            </a:r>
            <a:endParaRPr lang="en-GB" sz="2000">
              <a:solidFill>
                <a:schemeClr val="accent5">
                  <a:lumMod val="75000"/>
                </a:schemeClr>
              </a:solidFill>
              <a:latin typeface="Times New Roman" panose="02020603050405020304" pitchFamily="18" charset="0"/>
              <a:cs typeface="Times New Roman" panose="02020603050405020304" pitchFamily="18" charset="0"/>
            </a:endParaRPr>
          </a:p>
          <a:p>
            <a:endParaRPr lang="en-IN"/>
          </a:p>
        </p:txBody>
      </p:sp>
      <p:graphicFrame>
        <p:nvGraphicFramePr>
          <p:cNvPr id="9" name="Content Placeholder 4">
            <a:extLst>
              <a:ext uri="{FF2B5EF4-FFF2-40B4-BE49-F238E27FC236}">
                <a16:creationId xmlns:a16="http://schemas.microsoft.com/office/drawing/2014/main" id="{C16DC42E-FEAD-1F53-B0E6-4B52410092F1}"/>
              </a:ext>
            </a:extLst>
          </p:cNvPr>
          <p:cNvGraphicFramePr>
            <a:graphicFrameLocks/>
          </p:cNvGraphicFramePr>
          <p:nvPr>
            <p:extLst>
              <p:ext uri="{D42A27DB-BD31-4B8C-83A1-F6EECF244321}">
                <p14:modId xmlns:p14="http://schemas.microsoft.com/office/powerpoint/2010/main" val="3668520070"/>
              </p:ext>
            </p:extLst>
          </p:nvPr>
        </p:nvGraphicFramePr>
        <p:xfrm>
          <a:off x="204787" y="1813660"/>
          <a:ext cx="4599295" cy="3659314"/>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2" descr="Instagram App Pictures | Download Free Images on Unsplash">
            <a:extLst>
              <a:ext uri="{FF2B5EF4-FFF2-40B4-BE49-F238E27FC236}">
                <a16:creationId xmlns:a16="http://schemas.microsoft.com/office/drawing/2014/main" id="{06E1A143-2134-0E22-86E8-13BEFEF2A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9962" y="18481"/>
            <a:ext cx="1062037" cy="1038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01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11F6F6-315D-F318-AC91-B5E517131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1BA925D8-0284-DFCF-EEF0-18FA360021F7}"/>
              </a:ext>
            </a:extLst>
          </p:cNvPr>
          <p:cNvSpPr>
            <a:spLocks noGrp="1"/>
          </p:cNvSpPr>
          <p:nvPr>
            <p:ph type="ctrTitle"/>
          </p:nvPr>
        </p:nvSpPr>
        <p:spPr>
          <a:xfrm>
            <a:off x="168812" y="112542"/>
            <a:ext cx="9038070" cy="1280160"/>
          </a:xfrm>
        </p:spPr>
        <p:txBody>
          <a:bodyPr>
            <a:noAutofit/>
          </a:bodyPr>
          <a:lstStyle/>
          <a:p>
            <a:r>
              <a:rPr lang="en-US" sz="4800" b="1">
                <a:solidFill>
                  <a:srgbClr val="002060"/>
                </a:solidFill>
                <a:latin typeface="Times New Roman" panose="02020603050405020304" pitchFamily="18" charset="0"/>
                <a:cs typeface="Times New Roman" panose="02020603050405020304" pitchFamily="18" charset="0"/>
              </a:rPr>
              <a:t>Cohort Analysis (Joining Year Insight)</a:t>
            </a:r>
            <a:endParaRPr lang="en-IN" sz="4800">
              <a:solidFill>
                <a:srgbClr val="002060"/>
              </a:solidFill>
            </a:endParaRPr>
          </a:p>
        </p:txBody>
      </p:sp>
      <p:sp>
        <p:nvSpPr>
          <p:cNvPr id="6" name="Subtitle 5">
            <a:extLst>
              <a:ext uri="{FF2B5EF4-FFF2-40B4-BE49-F238E27FC236}">
                <a16:creationId xmlns:a16="http://schemas.microsoft.com/office/drawing/2014/main" id="{E178A891-3EAF-96C8-63AA-FD48B3C8353C}"/>
              </a:ext>
            </a:extLst>
          </p:cNvPr>
          <p:cNvSpPr>
            <a:spLocks noGrp="1"/>
          </p:cNvSpPr>
          <p:nvPr>
            <p:ph type="subTitle" idx="1"/>
          </p:nvPr>
        </p:nvSpPr>
        <p:spPr>
          <a:xfrm>
            <a:off x="5281684" y="1688123"/>
            <a:ext cx="6441743" cy="5057335"/>
          </a:xfrm>
        </p:spPr>
        <p:txBody>
          <a:bodyPr>
            <a:normAutofit/>
          </a:bodyPr>
          <a:lstStyle/>
          <a:p>
            <a:endParaRPr lang="en-US">
              <a:solidFill>
                <a:schemeClr val="accent5">
                  <a:lumMod val="75000"/>
                </a:schemeClr>
              </a:solidFill>
              <a:latin typeface="Times New Roman" panose="02020603050405020304" pitchFamily="18" charset="0"/>
              <a:cs typeface="Times New Roman" panose="02020603050405020304" pitchFamily="18" charset="0"/>
            </a:endParaRPr>
          </a:p>
          <a:p>
            <a:endParaRPr lang="en-US">
              <a:solidFill>
                <a:schemeClr val="accent5">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Users who joined in 2016 average 64.01 engagements per post, slightly outperforming the 2017 cohort. </a:t>
            </a:r>
          </a:p>
          <a:p>
            <a:pPr marL="457200" indent="-457200">
              <a:buFont typeface="Arial" panose="020B0604020202020204" pitchFamily="34" charset="0"/>
              <a:buChar char="•"/>
            </a:pPr>
            <a:endParaRPr lang="en-US">
              <a:solidFill>
                <a:schemeClr val="accent5">
                  <a:lumMod val="7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This minimal difference indicates consistent engagement behavior across generations and a stable platform experience for both early and newer adopters.</a:t>
            </a:r>
            <a:endParaRPr lang="en-IN">
              <a:solidFill>
                <a:schemeClr val="accent5">
                  <a:lumMod val="75000"/>
                </a:schemeClr>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F0FA1F3A-CE4E-C795-5855-86F3FD0C656D}"/>
              </a:ext>
            </a:extLst>
          </p:cNvPr>
          <p:cNvGraphicFramePr>
            <a:graphicFrameLocks/>
          </p:cNvGraphicFramePr>
          <p:nvPr>
            <p:extLst>
              <p:ext uri="{D42A27DB-BD31-4B8C-83A1-F6EECF244321}">
                <p14:modId xmlns:p14="http://schemas.microsoft.com/office/powerpoint/2010/main" val="377706635"/>
              </p:ext>
            </p:extLst>
          </p:nvPr>
        </p:nvGraphicFramePr>
        <p:xfrm>
          <a:off x="168812" y="2037177"/>
          <a:ext cx="4748212" cy="3543300"/>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2" descr="Instagram App Pictures | Download Free Images on Unsplash">
            <a:extLst>
              <a:ext uri="{FF2B5EF4-FFF2-40B4-BE49-F238E27FC236}">
                <a16:creationId xmlns:a16="http://schemas.microsoft.com/office/drawing/2014/main" id="{2677F378-2635-0E82-04EE-55E609486F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99394F7-770D-C26F-394D-3D6D43D6AC4D}"/>
              </a:ext>
            </a:extLst>
          </p:cNvPr>
          <p:cNvSpPr txBox="1"/>
          <p:nvPr/>
        </p:nvSpPr>
        <p:spPr>
          <a:xfrm>
            <a:off x="168811" y="5600266"/>
            <a:ext cx="4748211" cy="923330"/>
          </a:xfrm>
          <a:prstGeom prst="rect">
            <a:avLst/>
          </a:prstGeom>
          <a:noFill/>
        </p:spPr>
        <p:txBody>
          <a:bodyPr wrap="square">
            <a:spAutoFit/>
          </a:bodyPr>
          <a:lstStyle/>
          <a:p>
            <a:pPr algn="ctr"/>
            <a:r>
              <a:rPr lang="en-IN" sz="1800">
                <a:solidFill>
                  <a:schemeClr val="accent5">
                    <a:lumMod val="75000"/>
                  </a:schemeClr>
                </a:solidFill>
                <a:latin typeface="Times New Roman" panose="02020603050405020304" pitchFamily="18" charset="0"/>
                <a:cs typeface="Times New Roman" panose="02020603050405020304" pitchFamily="18" charset="0"/>
              </a:rPr>
              <a:t>Engagement efficiency remains stable across cohorts, reflecting consistent user interaction quality.</a:t>
            </a:r>
            <a:endParaRPr lang="en-IN" sz="1800"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154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FEEF06-87F7-04E2-4910-250402D0E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A80FEEA5-80EF-7A36-38BD-69975798DC74}"/>
              </a:ext>
            </a:extLst>
          </p:cNvPr>
          <p:cNvSpPr>
            <a:spLocks noGrp="1"/>
          </p:cNvSpPr>
          <p:nvPr>
            <p:ph type="ctrTitle"/>
          </p:nvPr>
        </p:nvSpPr>
        <p:spPr>
          <a:xfrm>
            <a:off x="0" y="342901"/>
            <a:ext cx="10529888" cy="613702"/>
          </a:xfrm>
        </p:spPr>
        <p:txBody>
          <a:bodyPr>
            <a:no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Photos Segmentation Analysis</a:t>
            </a:r>
            <a:endParaRPr lang="en-IN" sz="4800">
              <a:solidFill>
                <a:srgbClr val="002060"/>
              </a:solidFill>
            </a:endParaRPr>
          </a:p>
        </p:txBody>
      </p:sp>
      <p:sp>
        <p:nvSpPr>
          <p:cNvPr id="6" name="Subtitle 5">
            <a:extLst>
              <a:ext uri="{FF2B5EF4-FFF2-40B4-BE49-F238E27FC236}">
                <a16:creationId xmlns:a16="http://schemas.microsoft.com/office/drawing/2014/main" id="{DC07A807-FB2E-02B5-CB5B-006470523920}"/>
              </a:ext>
            </a:extLst>
          </p:cNvPr>
          <p:cNvSpPr>
            <a:spLocks noGrp="1"/>
          </p:cNvSpPr>
          <p:nvPr>
            <p:ph type="subTitle" idx="1"/>
          </p:nvPr>
        </p:nvSpPr>
        <p:spPr>
          <a:xfrm>
            <a:off x="5759355" y="1460310"/>
            <a:ext cx="6240387" cy="5193708"/>
          </a:xfrm>
        </p:spPr>
        <p:txBody>
          <a:bodyPr>
            <a:normAutofit/>
          </a:bodyPr>
          <a:lstStyle/>
          <a:p>
            <a:pPr marL="0" lvl="0" indent="0" algn="l" rtl="0">
              <a:spcBef>
                <a:spcPts val="1200"/>
              </a:spcBef>
              <a:spcAft>
                <a:spcPts val="0"/>
              </a:spcAft>
              <a:buNone/>
            </a:pPr>
            <a:r>
              <a:rPr lang="en-GB" sz="2800" b="1"/>
              <a:t>📊 </a:t>
            </a:r>
            <a:r>
              <a:rPr lang="en-GB" sz="2800" b="1">
                <a:solidFill>
                  <a:schemeClr val="accent6">
                    <a:lumMod val="50000"/>
                  </a:schemeClr>
                </a:solidFill>
                <a:latin typeface="Times New Roman" panose="02020603050405020304" pitchFamily="18" charset="0"/>
                <a:cs typeface="Times New Roman" panose="02020603050405020304" pitchFamily="18" charset="0"/>
              </a:rPr>
              <a:t>Insights:</a:t>
            </a:r>
            <a:endParaRPr lang="en-GB" sz="2800">
              <a:solidFill>
                <a:schemeClr val="accent6">
                  <a:lumMod val="50000"/>
                </a:schemeClr>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US" sz="2200">
                <a:solidFill>
                  <a:schemeClr val="accent5">
                    <a:lumMod val="75000"/>
                  </a:schemeClr>
                </a:solidFill>
                <a:latin typeface="Times New Roman" panose="02020603050405020304" pitchFamily="18" charset="0"/>
                <a:cs typeface="Times New Roman" panose="02020603050405020304" pitchFamily="18" charset="0"/>
              </a:rPr>
              <a:t>0 posts: Inactive/New.  </a:t>
            </a:r>
          </a:p>
          <a:p>
            <a:pPr marL="0" lvl="0" indent="0" algn="l" rtl="0">
              <a:spcBef>
                <a:spcPts val="1200"/>
              </a:spcBef>
              <a:spcAft>
                <a:spcPts val="0"/>
              </a:spcAft>
              <a:buNone/>
            </a:pPr>
            <a:r>
              <a:rPr lang="en-US" sz="2200">
                <a:solidFill>
                  <a:schemeClr val="accent5">
                    <a:lumMod val="75000"/>
                  </a:schemeClr>
                </a:solidFill>
                <a:latin typeface="Times New Roman" panose="02020603050405020304" pitchFamily="18" charset="0"/>
                <a:cs typeface="Times New Roman" panose="02020603050405020304" pitchFamily="18" charset="0"/>
              </a:rPr>
              <a:t>1–3 posts: Active, low participation.  </a:t>
            </a:r>
          </a:p>
          <a:p>
            <a:pPr marL="0" lvl="0" indent="0" algn="l" rtl="0">
              <a:spcBef>
                <a:spcPts val="1200"/>
              </a:spcBef>
              <a:spcAft>
                <a:spcPts val="0"/>
              </a:spcAft>
              <a:buNone/>
            </a:pPr>
            <a:r>
              <a:rPr lang="en-US" sz="2200">
                <a:solidFill>
                  <a:schemeClr val="accent5">
                    <a:lumMod val="75000"/>
                  </a:schemeClr>
                </a:solidFill>
                <a:latin typeface="Times New Roman" panose="02020603050405020304" pitchFamily="18" charset="0"/>
                <a:cs typeface="Times New Roman" panose="02020603050405020304" pitchFamily="18" charset="0"/>
              </a:rPr>
              <a:t>4–6 posts: Engaged, growing.  </a:t>
            </a:r>
          </a:p>
          <a:p>
            <a:pPr marL="0" lvl="0" indent="0" algn="l" rtl="0">
              <a:spcBef>
                <a:spcPts val="1200"/>
              </a:spcBef>
              <a:spcAft>
                <a:spcPts val="0"/>
              </a:spcAft>
              <a:buNone/>
            </a:pPr>
            <a:r>
              <a:rPr lang="en-US" sz="2200">
                <a:solidFill>
                  <a:schemeClr val="accent5">
                    <a:lumMod val="75000"/>
                  </a:schemeClr>
                </a:solidFill>
                <a:latin typeface="Times New Roman" panose="02020603050405020304" pitchFamily="18" charset="0"/>
                <a:cs typeface="Times New Roman" panose="02020603050405020304" pitchFamily="18" charset="0"/>
              </a:rPr>
              <a:t>7+ posts: Small, high-value group</a:t>
            </a:r>
            <a:endParaRPr lang="en-GB" sz="2200">
              <a:solidFill>
                <a:schemeClr val="accent5">
                  <a:lumMod val="75000"/>
                </a:schemeClr>
              </a:solidFill>
              <a:latin typeface="Times New Roman" panose="02020603050405020304" pitchFamily="18" charset="0"/>
              <a:cs typeface="Times New Roman" panose="02020603050405020304" pitchFamily="18" charset="0"/>
            </a:endParaRPr>
          </a:p>
          <a:p>
            <a:pPr marL="0" lvl="0" indent="0" algn="l" rtl="0">
              <a:lnSpc>
                <a:spcPct val="120000"/>
              </a:lnSpc>
              <a:spcBef>
                <a:spcPts val="1200"/>
              </a:spcBef>
              <a:spcAft>
                <a:spcPts val="0"/>
              </a:spcAft>
              <a:buNone/>
            </a:pPr>
            <a:r>
              <a:rPr lang="en-GB" sz="2400">
                <a:solidFill>
                  <a:schemeClr val="accent6">
                    <a:lumMod val="50000"/>
                  </a:schemeClr>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Recommendations:</a:t>
            </a:r>
            <a:endParaRPr lang="en-IN" sz="2400" b="1">
              <a:solidFill>
                <a:schemeClr val="accent6">
                  <a:lumMod val="50000"/>
                </a:schemeClr>
              </a:solidFill>
              <a:latin typeface="Times New Roman" panose="02020603050405020304" pitchFamily="18" charset="0"/>
              <a:cs typeface="Times New Roman" panose="02020603050405020304" pitchFamily="18" charset="0"/>
            </a:endParaRPr>
          </a:p>
          <a:p>
            <a:pPr marL="0" lvl="0" indent="0" algn="l" rtl="0">
              <a:lnSpc>
                <a:spcPct val="150000"/>
              </a:lnSpc>
              <a:spcBef>
                <a:spcPts val="1200"/>
              </a:spcBef>
              <a:spcAft>
                <a:spcPts val="0"/>
              </a:spcAft>
              <a:buNone/>
            </a:pPr>
            <a:r>
              <a:rPr lang="en-US" sz="2000">
                <a:solidFill>
                  <a:schemeClr val="accent5">
                    <a:lumMod val="75000"/>
                  </a:schemeClr>
                </a:solidFill>
                <a:latin typeface="Times New Roman" panose="02020603050405020304" pitchFamily="18" charset="0"/>
                <a:cs typeface="Times New Roman" panose="02020603050405020304" pitchFamily="18" charset="0"/>
              </a:rPr>
              <a:t>0 posts: Encourage first upload with tips and rewards.  </a:t>
            </a:r>
          </a:p>
          <a:p>
            <a:pPr marL="0" lvl="0" indent="0" algn="l" rtl="0">
              <a:lnSpc>
                <a:spcPct val="150000"/>
              </a:lnSpc>
              <a:spcBef>
                <a:spcPts val="1200"/>
              </a:spcBef>
              <a:spcAft>
                <a:spcPts val="0"/>
              </a:spcAft>
              <a:buNone/>
            </a:pPr>
            <a:r>
              <a:rPr lang="en-US" sz="2000">
                <a:solidFill>
                  <a:schemeClr val="accent5">
                    <a:lumMod val="75000"/>
                  </a:schemeClr>
                </a:solidFill>
                <a:latin typeface="Times New Roman" panose="02020603050405020304" pitchFamily="18" charset="0"/>
                <a:cs typeface="Times New Roman" panose="02020603050405020304" pitchFamily="18" charset="0"/>
              </a:rPr>
              <a:t>1–3 posts: Boost activity using gamification and streaks.  4–6 posts: Increase visibility with spotlights and incentives.  </a:t>
            </a:r>
          </a:p>
          <a:p>
            <a:pPr marL="0" lvl="0" indent="0" algn="l" rtl="0">
              <a:lnSpc>
                <a:spcPct val="150000"/>
              </a:lnSpc>
              <a:spcBef>
                <a:spcPts val="1200"/>
              </a:spcBef>
              <a:spcAft>
                <a:spcPts val="0"/>
              </a:spcAft>
              <a:buNone/>
            </a:pPr>
            <a:r>
              <a:rPr lang="en-US" sz="2000">
                <a:solidFill>
                  <a:schemeClr val="accent5">
                    <a:lumMod val="75000"/>
                  </a:schemeClr>
                </a:solidFill>
                <a:latin typeface="Times New Roman" panose="02020603050405020304" pitchFamily="18" charset="0"/>
                <a:cs typeface="Times New Roman" panose="02020603050405020304" pitchFamily="18" charset="0"/>
              </a:rPr>
              <a:t>7+ posts: Reward with badges and ambassador perks.</a:t>
            </a:r>
            <a:endParaRPr lang="en-GB" sz="2000">
              <a:solidFill>
                <a:schemeClr val="accent5">
                  <a:lumMod val="75000"/>
                </a:schemeClr>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91DE94A9-5B49-65F4-C045-E5030FB12C79}"/>
              </a:ext>
            </a:extLst>
          </p:cNvPr>
          <p:cNvGraphicFramePr>
            <a:graphicFrameLocks/>
          </p:cNvGraphicFramePr>
          <p:nvPr>
            <p:extLst>
              <p:ext uri="{D42A27DB-BD31-4B8C-83A1-F6EECF244321}">
                <p14:modId xmlns:p14="http://schemas.microsoft.com/office/powerpoint/2010/main" val="3269805530"/>
              </p:ext>
            </p:extLst>
          </p:nvPr>
        </p:nvGraphicFramePr>
        <p:xfrm>
          <a:off x="342384" y="2016823"/>
          <a:ext cx="4612943" cy="4080681"/>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2" descr="Instagram App Pictures | Download Free Images on Unsplash">
            <a:extLst>
              <a:ext uri="{FF2B5EF4-FFF2-40B4-BE49-F238E27FC236}">
                <a16:creationId xmlns:a16="http://schemas.microsoft.com/office/drawing/2014/main" id="{6C8DB73A-3995-47CC-B5C8-D8690BA48B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742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7DC4B6-1D8A-D562-F5F6-C96068E85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491970" y="-2491968"/>
            <a:ext cx="7208065" cy="12192003"/>
          </a:xfrm>
          <a:prstGeom prst="rect">
            <a:avLst/>
          </a:prstGeom>
        </p:spPr>
      </p:pic>
      <p:sp>
        <p:nvSpPr>
          <p:cNvPr id="5" name="Title 4">
            <a:extLst>
              <a:ext uri="{FF2B5EF4-FFF2-40B4-BE49-F238E27FC236}">
                <a16:creationId xmlns:a16="http://schemas.microsoft.com/office/drawing/2014/main" id="{4AFB48C0-D680-3391-1DA4-42F1E66128CC}"/>
              </a:ext>
            </a:extLst>
          </p:cNvPr>
          <p:cNvSpPr>
            <a:spLocks noGrp="1"/>
          </p:cNvSpPr>
          <p:nvPr>
            <p:ph type="ctrTitle"/>
          </p:nvPr>
        </p:nvSpPr>
        <p:spPr>
          <a:xfrm>
            <a:off x="140678" y="168813"/>
            <a:ext cx="9791114" cy="998805"/>
          </a:xfrm>
        </p:spPr>
        <p:txBody>
          <a:bodyPr>
            <a:norm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Likes Segmentation Analysis</a:t>
            </a:r>
            <a:endParaRPr lang="en-IN" sz="4800">
              <a:solidFill>
                <a:srgbClr val="002060"/>
              </a:solidFill>
            </a:endParaRPr>
          </a:p>
        </p:txBody>
      </p:sp>
      <p:sp>
        <p:nvSpPr>
          <p:cNvPr id="6" name="Subtitle 5">
            <a:extLst>
              <a:ext uri="{FF2B5EF4-FFF2-40B4-BE49-F238E27FC236}">
                <a16:creationId xmlns:a16="http://schemas.microsoft.com/office/drawing/2014/main" id="{BD2E7B80-2488-1531-8857-9CAA9710AE5B}"/>
              </a:ext>
            </a:extLst>
          </p:cNvPr>
          <p:cNvSpPr>
            <a:spLocks noGrp="1"/>
          </p:cNvSpPr>
          <p:nvPr>
            <p:ph type="subTitle" idx="1"/>
          </p:nvPr>
        </p:nvSpPr>
        <p:spPr>
          <a:xfrm>
            <a:off x="5627077" y="1617786"/>
            <a:ext cx="6246054" cy="5071401"/>
          </a:xfrm>
        </p:spPr>
        <p:txBody>
          <a:bodyPr>
            <a:normAutofit fontScale="85000" lnSpcReduction="10000"/>
          </a:bodyPr>
          <a:lstStyle/>
          <a:p>
            <a:pPr marL="0" lvl="0" indent="0" algn="l" rtl="0">
              <a:spcBef>
                <a:spcPts val="1200"/>
              </a:spcBef>
              <a:spcAft>
                <a:spcPts val="0"/>
              </a:spcAft>
              <a:buNone/>
            </a:pPr>
            <a:r>
              <a:rPr lang="en-GB" sz="2800" b="1">
                <a:solidFill>
                  <a:schemeClr val="accent6">
                    <a:lumMod val="50000"/>
                  </a:schemeClr>
                </a:solidFill>
              </a:rPr>
              <a:t>📊 </a:t>
            </a:r>
            <a:r>
              <a:rPr lang="en-GB" sz="2800" b="1">
                <a:solidFill>
                  <a:schemeClr val="accent6">
                    <a:lumMod val="50000"/>
                  </a:schemeClr>
                </a:solidFill>
                <a:latin typeface="Times New Roman" panose="02020603050405020304" pitchFamily="18" charset="0"/>
                <a:cs typeface="Times New Roman" panose="02020603050405020304" pitchFamily="18" charset="0"/>
              </a:rPr>
              <a:t>Insights</a:t>
            </a:r>
          </a:p>
          <a:p>
            <a:pPr marL="139700" lvl="0" algn="l" rtl="0">
              <a:lnSpc>
                <a:spcPct val="150000"/>
              </a:lnSpc>
              <a:spcBef>
                <a:spcPts val="120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Zero Likes → Inactive users.</a:t>
            </a:r>
          </a:p>
          <a:p>
            <a:pPr marL="139700" lvl="0" algn="l" rtl="0">
              <a:lnSpc>
                <a:spcPct val="15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Medium (51–100) → Majority group (~5.3K likes).</a:t>
            </a:r>
          </a:p>
          <a:p>
            <a:pPr marL="139700" lvl="0" algn="l" rtl="0">
              <a:lnSpc>
                <a:spcPct val="15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High (&gt;100) → Strong contributors (~3.4K likes).</a:t>
            </a:r>
          </a:p>
          <a:p>
            <a:pPr lvl="0" algn="l" rtl="0">
              <a:lnSpc>
                <a:spcPct val="150000"/>
              </a:lnSpc>
              <a:spcBef>
                <a:spcPts val="1200"/>
              </a:spcBef>
              <a:spcAft>
                <a:spcPts val="0"/>
              </a:spcAft>
            </a:pPr>
            <a:endParaRPr lang="en-GB" sz="2400">
              <a:solidFill>
                <a:schemeClr val="accent5">
                  <a:lumMod val="75000"/>
                </a:schemeClr>
              </a:solidFill>
              <a:latin typeface="Times New Roman" panose="02020603050405020304" pitchFamily="18" charset="0"/>
              <a:cs typeface="Times New Roman" panose="02020603050405020304" pitchFamily="18" charset="0"/>
            </a:endParaRPr>
          </a:p>
          <a:p>
            <a:pPr lvl="0" algn="l" rtl="0">
              <a:lnSpc>
                <a:spcPct val="100000"/>
              </a:lnSpc>
              <a:spcBef>
                <a:spcPts val="1200"/>
              </a:spcBef>
              <a:spcAft>
                <a:spcPts val="0"/>
              </a:spcAft>
            </a:pPr>
            <a:r>
              <a:rPr lang="en-GB" sz="2400">
                <a:solidFill>
                  <a:schemeClr val="accent5">
                    <a:lumMod val="75000"/>
                  </a:schemeClr>
                </a:solidFill>
                <a:latin typeface="Times New Roman" panose="02020603050405020304" pitchFamily="18" charset="0"/>
                <a:cs typeface="Times New Roman" panose="02020603050405020304" pitchFamily="18" charset="0"/>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Recommendations</a:t>
            </a:r>
          </a:p>
          <a:p>
            <a:pPr marL="139700" lvl="0" algn="l" rtl="0">
              <a:lnSpc>
                <a:spcPct val="160000"/>
              </a:lnSpc>
              <a:spcBef>
                <a:spcPts val="120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Zero → Onboarding prompts, first-like rewards.</a:t>
            </a:r>
          </a:p>
          <a:p>
            <a:pPr marL="139700" lvl="0" algn="l" rtl="0">
              <a:lnSpc>
                <a:spcPct val="16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Medium → Gamification (badges, streaks, leaderboards).</a:t>
            </a:r>
          </a:p>
          <a:p>
            <a:pPr marL="139700" lvl="0" algn="l" rtl="0">
              <a:lnSpc>
                <a:spcPct val="16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High → Exclusive perks, early access, recognition.</a:t>
            </a:r>
          </a:p>
          <a:p>
            <a:pPr marL="0" lvl="0" indent="0" algn="l" rtl="0">
              <a:lnSpc>
                <a:spcPct val="160000"/>
              </a:lnSpc>
              <a:spcBef>
                <a:spcPts val="1200"/>
              </a:spcBef>
              <a:spcAft>
                <a:spcPts val="0"/>
              </a:spcAft>
              <a:buNone/>
            </a:pPr>
            <a:r>
              <a:rPr lang="en-GB" sz="2400">
                <a:solidFill>
                  <a:schemeClr val="accent5">
                    <a:lumMod val="75000"/>
                  </a:schemeClr>
                </a:solidFill>
                <a:latin typeface="Times New Roman" panose="02020603050405020304" pitchFamily="18" charset="0"/>
                <a:cs typeface="Times New Roman" panose="02020603050405020304" pitchFamily="18" charset="0"/>
              </a:rPr>
              <a:t>👉 Focus: Shift medium → high &amp; cut inactivity.</a:t>
            </a:r>
          </a:p>
          <a:p>
            <a:endParaRPr lang="en-IN"/>
          </a:p>
        </p:txBody>
      </p:sp>
      <p:graphicFrame>
        <p:nvGraphicFramePr>
          <p:cNvPr id="7" name="Chart 6">
            <a:extLst>
              <a:ext uri="{FF2B5EF4-FFF2-40B4-BE49-F238E27FC236}">
                <a16:creationId xmlns:a16="http://schemas.microsoft.com/office/drawing/2014/main" id="{582875F0-BA06-0ACA-91B9-17616A8EF94B}"/>
              </a:ext>
            </a:extLst>
          </p:cNvPr>
          <p:cNvGraphicFramePr>
            <a:graphicFrameLocks/>
          </p:cNvGraphicFramePr>
          <p:nvPr>
            <p:extLst>
              <p:ext uri="{D42A27DB-BD31-4B8C-83A1-F6EECF244321}">
                <p14:modId xmlns:p14="http://schemas.microsoft.com/office/powerpoint/2010/main" val="2863442537"/>
              </p:ext>
            </p:extLst>
          </p:nvPr>
        </p:nvGraphicFramePr>
        <p:xfrm>
          <a:off x="0" y="1776309"/>
          <a:ext cx="5078437" cy="4005514"/>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2" descr="Instagram App Pictures | Download Free Images on Unsplash">
            <a:extLst>
              <a:ext uri="{FF2B5EF4-FFF2-40B4-BE49-F238E27FC236}">
                <a16:creationId xmlns:a16="http://schemas.microsoft.com/office/drawing/2014/main" id="{B3F07906-B928-A595-9BAE-6F2EBDD089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566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7CE8AA-AA03-2F41-4E81-78C075FDC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491970" y="-2491968"/>
            <a:ext cx="7208065" cy="12192003"/>
          </a:xfrm>
          <a:prstGeom prst="rect">
            <a:avLst/>
          </a:prstGeom>
        </p:spPr>
      </p:pic>
      <p:sp>
        <p:nvSpPr>
          <p:cNvPr id="5" name="Title 4">
            <a:extLst>
              <a:ext uri="{FF2B5EF4-FFF2-40B4-BE49-F238E27FC236}">
                <a16:creationId xmlns:a16="http://schemas.microsoft.com/office/drawing/2014/main" id="{89535100-C1EC-2A4B-4CC6-AE555F0822FB}"/>
              </a:ext>
            </a:extLst>
          </p:cNvPr>
          <p:cNvSpPr>
            <a:spLocks noGrp="1"/>
          </p:cNvSpPr>
          <p:nvPr>
            <p:ph type="ctrTitle"/>
          </p:nvPr>
        </p:nvSpPr>
        <p:spPr>
          <a:xfrm>
            <a:off x="0" y="450167"/>
            <a:ext cx="10668000" cy="661181"/>
          </a:xfrm>
        </p:spPr>
        <p:txBody>
          <a:bodyPr>
            <a:no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Comments Segmentation Analysis</a:t>
            </a:r>
            <a:endParaRPr lang="en-IN" sz="4800">
              <a:solidFill>
                <a:srgbClr val="002060"/>
              </a:solidFill>
            </a:endParaRPr>
          </a:p>
        </p:txBody>
      </p:sp>
      <p:sp>
        <p:nvSpPr>
          <p:cNvPr id="6" name="Subtitle 5">
            <a:extLst>
              <a:ext uri="{FF2B5EF4-FFF2-40B4-BE49-F238E27FC236}">
                <a16:creationId xmlns:a16="http://schemas.microsoft.com/office/drawing/2014/main" id="{9A4F3C6D-8E95-4197-2578-7537F3927649}"/>
              </a:ext>
            </a:extLst>
          </p:cNvPr>
          <p:cNvSpPr>
            <a:spLocks noGrp="1"/>
          </p:cNvSpPr>
          <p:nvPr>
            <p:ph type="subTitle" idx="1"/>
          </p:nvPr>
        </p:nvSpPr>
        <p:spPr>
          <a:xfrm>
            <a:off x="5641145" y="1577211"/>
            <a:ext cx="6550854" cy="5280789"/>
          </a:xfrm>
        </p:spPr>
        <p:txBody>
          <a:bodyPr>
            <a:normAutofit fontScale="70000" lnSpcReduction="20000"/>
          </a:bodyPr>
          <a:lstStyle/>
          <a:p>
            <a:pPr marL="0" lvl="0" indent="0" algn="l" rtl="0">
              <a:spcBef>
                <a:spcPts val="1200"/>
              </a:spcBef>
              <a:spcAft>
                <a:spcPts val="0"/>
              </a:spcAft>
              <a:buNone/>
            </a:pPr>
            <a:r>
              <a:rPr lang="en-GB" sz="1600" b="1">
                <a:solidFill>
                  <a:schemeClr val="accent5">
                    <a:lumMod val="75000"/>
                  </a:schemeClr>
                </a:solidFill>
              </a:rPr>
              <a:t>📊 </a:t>
            </a:r>
            <a:r>
              <a:rPr lang="en-GB" sz="2400" b="1">
                <a:solidFill>
                  <a:schemeClr val="accent6">
                    <a:lumMod val="50000"/>
                  </a:schemeClr>
                </a:solidFill>
                <a:latin typeface="Times New Roman" panose="02020603050405020304" pitchFamily="18" charset="0"/>
                <a:cs typeface="Times New Roman" panose="02020603050405020304" pitchFamily="18" charset="0"/>
              </a:rPr>
              <a:t>Insights</a:t>
            </a:r>
          </a:p>
          <a:p>
            <a:pPr marL="139700" lvl="0" algn="l" rtl="0">
              <a:lnSpc>
                <a:spcPct val="160000"/>
              </a:lnSpc>
              <a:spcBef>
                <a:spcPts val="120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Users split into </a:t>
            </a:r>
            <a:r>
              <a:rPr lang="en-GB" sz="2400" b="1">
                <a:solidFill>
                  <a:schemeClr val="accent5">
                    <a:lumMod val="75000"/>
                  </a:schemeClr>
                </a:solidFill>
                <a:latin typeface="Times New Roman" panose="02020603050405020304" pitchFamily="18" charset="0"/>
                <a:cs typeface="Times New Roman" panose="02020603050405020304" pitchFamily="18" charset="0"/>
              </a:rPr>
              <a:t>Zero, Low (1–50), Medium (51–100), High (&gt;100)</a:t>
            </a:r>
            <a:r>
              <a:rPr lang="en-GB" sz="2400">
                <a:solidFill>
                  <a:schemeClr val="accent5">
                    <a:lumMod val="75000"/>
                  </a:schemeClr>
                </a:solidFill>
                <a:latin typeface="Times New Roman" panose="02020603050405020304" pitchFamily="18" charset="0"/>
                <a:cs typeface="Times New Roman" panose="02020603050405020304" pitchFamily="18" charset="0"/>
              </a:rPr>
              <a:t> comments.</a:t>
            </a:r>
          </a:p>
          <a:p>
            <a:pPr marL="139700" lvl="0" algn="l" rtl="0">
              <a:lnSpc>
                <a:spcPct val="16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Most users are </a:t>
            </a:r>
            <a:r>
              <a:rPr lang="en-GB" sz="2400" b="1">
                <a:solidFill>
                  <a:schemeClr val="accent5">
                    <a:lumMod val="75000"/>
                  </a:schemeClr>
                </a:solidFill>
                <a:latin typeface="Times New Roman" panose="02020603050405020304" pitchFamily="18" charset="0"/>
                <a:cs typeface="Times New Roman" panose="02020603050405020304" pitchFamily="18" charset="0"/>
              </a:rPr>
              <a:t>Medium (~4,098)</a:t>
            </a:r>
            <a:r>
              <a:rPr lang="en-GB" sz="2400">
                <a:solidFill>
                  <a:schemeClr val="accent5">
                    <a:lumMod val="75000"/>
                  </a:schemeClr>
                </a:solidFill>
                <a:latin typeface="Times New Roman" panose="02020603050405020304" pitchFamily="18" charset="0"/>
                <a:cs typeface="Times New Roman" panose="02020603050405020304" pitchFamily="18" charset="0"/>
              </a:rPr>
              <a:t> and </a:t>
            </a:r>
            <a:r>
              <a:rPr lang="en-GB" sz="2400" b="1">
                <a:solidFill>
                  <a:schemeClr val="accent5">
                    <a:lumMod val="75000"/>
                  </a:schemeClr>
                </a:solidFill>
                <a:latin typeface="Times New Roman" panose="02020603050405020304" pitchFamily="18" charset="0"/>
                <a:cs typeface="Times New Roman" panose="02020603050405020304" pitchFamily="18" charset="0"/>
              </a:rPr>
              <a:t>High (~3,341)</a:t>
            </a:r>
            <a:r>
              <a:rPr lang="en-GB" sz="2400">
                <a:solidFill>
                  <a:schemeClr val="accent5">
                    <a:lumMod val="75000"/>
                  </a:schemeClr>
                </a:solidFill>
                <a:latin typeface="Times New Roman" panose="02020603050405020304" pitchFamily="18" charset="0"/>
                <a:cs typeface="Times New Roman" panose="02020603050405020304" pitchFamily="18" charset="0"/>
              </a:rPr>
              <a:t> → strong engagement.</a:t>
            </a:r>
          </a:p>
          <a:p>
            <a:pPr marL="139700" lvl="0" algn="l" rtl="0">
              <a:lnSpc>
                <a:spcPct val="160000"/>
              </a:lnSpc>
              <a:spcBef>
                <a:spcPts val="0"/>
              </a:spcBef>
              <a:spcAft>
                <a:spcPts val="0"/>
              </a:spcAft>
              <a:buClr>
                <a:schemeClr val="dk1"/>
              </a:buClr>
              <a:buSzPts val="1400"/>
            </a:pPr>
            <a:r>
              <a:rPr lang="en-GB" sz="2400">
                <a:solidFill>
                  <a:schemeClr val="accent5">
                    <a:lumMod val="75000"/>
                  </a:schemeClr>
                </a:solidFill>
                <a:latin typeface="Times New Roman" panose="02020603050405020304" pitchFamily="18" charset="0"/>
                <a:cs typeface="Times New Roman" panose="02020603050405020304" pitchFamily="18" charset="0"/>
              </a:rPr>
              <a:t>Very few in </a:t>
            </a:r>
            <a:r>
              <a:rPr lang="en-GB" sz="2400" b="1">
                <a:solidFill>
                  <a:schemeClr val="accent5">
                    <a:lumMod val="75000"/>
                  </a:schemeClr>
                </a:solidFill>
                <a:latin typeface="Times New Roman" panose="02020603050405020304" pitchFamily="18" charset="0"/>
                <a:cs typeface="Times New Roman" panose="02020603050405020304" pitchFamily="18" charset="0"/>
              </a:rPr>
              <a:t>Zero/Low</a:t>
            </a:r>
            <a:r>
              <a:rPr lang="en-GB" sz="2400">
                <a:solidFill>
                  <a:schemeClr val="accent5">
                    <a:lumMod val="75000"/>
                  </a:schemeClr>
                </a:solidFill>
                <a:latin typeface="Times New Roman" panose="02020603050405020304" pitchFamily="18" charset="0"/>
                <a:cs typeface="Times New Roman" panose="02020603050405020304" pitchFamily="18" charset="0"/>
              </a:rPr>
              <a:t> → minimal inactivity.</a:t>
            </a:r>
          </a:p>
          <a:p>
            <a:pPr marL="0" lvl="0" indent="0" algn="l" rtl="0">
              <a:lnSpc>
                <a:spcPct val="160000"/>
              </a:lnSpc>
              <a:spcBef>
                <a:spcPts val="1200"/>
              </a:spcBef>
              <a:spcAft>
                <a:spcPts val="0"/>
              </a:spcAft>
              <a:buNone/>
            </a:pPr>
            <a:r>
              <a:rPr lang="en-GB" sz="2400" b="1">
                <a:solidFill>
                  <a:schemeClr val="accent6">
                    <a:lumMod val="50000"/>
                  </a:schemeClr>
                </a:solidFill>
                <a:latin typeface="Times New Roman" panose="02020603050405020304" pitchFamily="18" charset="0"/>
                <a:cs typeface="Times New Roman" panose="02020603050405020304" pitchFamily="18" charset="0"/>
              </a:rPr>
              <a:t>🎯 Recommendations</a:t>
            </a:r>
          </a:p>
          <a:p>
            <a:pPr marL="139700" lvl="0" algn="l" rtl="0">
              <a:lnSpc>
                <a:spcPct val="160000"/>
              </a:lnSpc>
              <a:spcBef>
                <a:spcPts val="1200"/>
              </a:spcBef>
              <a:spcAft>
                <a:spcPts val="0"/>
              </a:spcAft>
              <a:buClr>
                <a:schemeClr val="dk1"/>
              </a:buClr>
              <a:buSzPts val="1400"/>
            </a:pPr>
            <a:r>
              <a:rPr lang="en-GB" sz="2400" b="1">
                <a:solidFill>
                  <a:schemeClr val="accent5">
                    <a:lumMod val="75000"/>
                  </a:schemeClr>
                </a:solidFill>
                <a:latin typeface="Times New Roman" panose="02020603050405020304" pitchFamily="18" charset="0"/>
                <a:cs typeface="Times New Roman" panose="02020603050405020304" pitchFamily="18" charset="0"/>
              </a:rPr>
              <a:t>Zero/Low</a:t>
            </a:r>
            <a:r>
              <a:rPr lang="en-GB" sz="2400">
                <a:solidFill>
                  <a:schemeClr val="accent5">
                    <a:lumMod val="75000"/>
                  </a:schemeClr>
                </a:solidFill>
                <a:latin typeface="Times New Roman" panose="02020603050405020304" pitchFamily="18" charset="0"/>
                <a:cs typeface="Times New Roman" panose="02020603050405020304" pitchFamily="18" charset="0"/>
              </a:rPr>
              <a:t> → Re-engage with prompts or tutorials.</a:t>
            </a:r>
          </a:p>
          <a:p>
            <a:pPr marL="139700" lvl="0" algn="l" rtl="0">
              <a:lnSpc>
                <a:spcPct val="160000"/>
              </a:lnSpc>
              <a:spcBef>
                <a:spcPts val="0"/>
              </a:spcBef>
              <a:spcAft>
                <a:spcPts val="0"/>
              </a:spcAft>
              <a:buClr>
                <a:schemeClr val="dk1"/>
              </a:buClr>
              <a:buSzPts val="1400"/>
            </a:pPr>
            <a:r>
              <a:rPr lang="en-GB" sz="2400" b="1">
                <a:solidFill>
                  <a:schemeClr val="accent5">
                    <a:lumMod val="75000"/>
                  </a:schemeClr>
                </a:solidFill>
                <a:latin typeface="Times New Roman" panose="02020603050405020304" pitchFamily="18" charset="0"/>
                <a:cs typeface="Times New Roman" panose="02020603050405020304" pitchFamily="18" charset="0"/>
              </a:rPr>
              <a:t>Medium</a:t>
            </a:r>
            <a:r>
              <a:rPr lang="en-GB" sz="2400">
                <a:solidFill>
                  <a:schemeClr val="accent5">
                    <a:lumMod val="75000"/>
                  </a:schemeClr>
                </a:solidFill>
                <a:latin typeface="Times New Roman" panose="02020603050405020304" pitchFamily="18" charset="0"/>
                <a:cs typeface="Times New Roman" panose="02020603050405020304" pitchFamily="18" charset="0"/>
              </a:rPr>
              <a:t> → Gamify &amp; recognize to move them higher.</a:t>
            </a:r>
          </a:p>
          <a:p>
            <a:pPr marL="139700" lvl="0" algn="l" rtl="0">
              <a:lnSpc>
                <a:spcPct val="160000"/>
              </a:lnSpc>
              <a:spcBef>
                <a:spcPts val="0"/>
              </a:spcBef>
              <a:spcAft>
                <a:spcPts val="0"/>
              </a:spcAft>
              <a:buClr>
                <a:schemeClr val="dk1"/>
              </a:buClr>
              <a:buSzPts val="1400"/>
            </a:pPr>
            <a:r>
              <a:rPr lang="en-GB" sz="2400" b="1">
                <a:solidFill>
                  <a:schemeClr val="accent5">
                    <a:lumMod val="75000"/>
                  </a:schemeClr>
                </a:solidFill>
                <a:latin typeface="Times New Roman" panose="02020603050405020304" pitchFamily="18" charset="0"/>
                <a:cs typeface="Times New Roman" panose="02020603050405020304" pitchFamily="18" charset="0"/>
              </a:rPr>
              <a:t>High</a:t>
            </a:r>
            <a:r>
              <a:rPr lang="en-GB" sz="2400">
                <a:solidFill>
                  <a:schemeClr val="accent5">
                    <a:lumMod val="75000"/>
                  </a:schemeClr>
                </a:solidFill>
                <a:latin typeface="Times New Roman" panose="02020603050405020304" pitchFamily="18" charset="0"/>
                <a:cs typeface="Times New Roman" panose="02020603050405020304" pitchFamily="18" charset="0"/>
              </a:rPr>
              <a:t> → Reward with perks, early access, ambassador roles.</a:t>
            </a:r>
          </a:p>
          <a:p>
            <a:pPr marL="0" lvl="0" indent="0" algn="l" rtl="0">
              <a:lnSpc>
                <a:spcPct val="160000"/>
              </a:lnSpc>
              <a:spcBef>
                <a:spcPts val="1200"/>
              </a:spcBef>
              <a:spcAft>
                <a:spcPts val="0"/>
              </a:spcAft>
              <a:buNone/>
            </a:pPr>
            <a:r>
              <a:rPr lang="en-GB" sz="2400" b="1">
                <a:solidFill>
                  <a:schemeClr val="accent5">
                    <a:lumMod val="75000"/>
                  </a:schemeClr>
                </a:solidFill>
                <a:latin typeface="Times New Roman" panose="02020603050405020304" pitchFamily="18" charset="0"/>
                <a:cs typeface="Times New Roman" panose="02020603050405020304" pitchFamily="18" charset="0"/>
              </a:rPr>
              <a:t>👉 Focus:</a:t>
            </a:r>
            <a:r>
              <a:rPr lang="en-GB" sz="2400">
                <a:solidFill>
                  <a:schemeClr val="accent5">
                    <a:lumMod val="75000"/>
                  </a:schemeClr>
                </a:solidFill>
                <a:latin typeface="Times New Roman" panose="02020603050405020304" pitchFamily="18" charset="0"/>
                <a:cs typeface="Times New Roman" panose="02020603050405020304" pitchFamily="18" charset="0"/>
              </a:rPr>
              <a:t> Reduce inactivity, uplift medium users, retain high contributors.</a:t>
            </a:r>
          </a:p>
          <a:p>
            <a:endParaRPr lang="en-IN"/>
          </a:p>
        </p:txBody>
      </p:sp>
      <p:graphicFrame>
        <p:nvGraphicFramePr>
          <p:cNvPr id="7" name="Chart 6">
            <a:extLst>
              <a:ext uri="{FF2B5EF4-FFF2-40B4-BE49-F238E27FC236}">
                <a16:creationId xmlns:a16="http://schemas.microsoft.com/office/drawing/2014/main" id="{22798071-D255-9FEB-8230-3D3F827CD610}"/>
              </a:ext>
            </a:extLst>
          </p:cNvPr>
          <p:cNvGraphicFramePr>
            <a:graphicFrameLocks/>
          </p:cNvGraphicFramePr>
          <p:nvPr>
            <p:extLst>
              <p:ext uri="{D42A27DB-BD31-4B8C-83A1-F6EECF244321}">
                <p14:modId xmlns:p14="http://schemas.microsoft.com/office/powerpoint/2010/main" val="3248180634"/>
              </p:ext>
            </p:extLst>
          </p:nvPr>
        </p:nvGraphicFramePr>
        <p:xfrm>
          <a:off x="467472" y="1932733"/>
          <a:ext cx="4706203" cy="4217158"/>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2" descr="Instagram App Pictures | Download Free Images on Unsplash">
            <a:extLst>
              <a:ext uri="{FF2B5EF4-FFF2-40B4-BE49-F238E27FC236}">
                <a16:creationId xmlns:a16="http://schemas.microsoft.com/office/drawing/2014/main" id="{546F4881-30B5-5C2D-FA98-F7DDA2A543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537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14AEFE-0F46-A25D-1C38-C2B0E8F89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491970" y="-2491968"/>
            <a:ext cx="7208065" cy="12192003"/>
          </a:xfrm>
          <a:prstGeom prst="rect">
            <a:avLst/>
          </a:prstGeom>
        </p:spPr>
      </p:pic>
      <p:sp>
        <p:nvSpPr>
          <p:cNvPr id="2" name="Title 1">
            <a:extLst>
              <a:ext uri="{FF2B5EF4-FFF2-40B4-BE49-F238E27FC236}">
                <a16:creationId xmlns:a16="http://schemas.microsoft.com/office/drawing/2014/main" id="{7094A20B-7E6E-8B5D-8CA8-FB9DF9B65283}"/>
              </a:ext>
            </a:extLst>
          </p:cNvPr>
          <p:cNvSpPr>
            <a:spLocks noGrp="1"/>
          </p:cNvSpPr>
          <p:nvPr>
            <p:ph type="ctrTitle"/>
          </p:nvPr>
        </p:nvSpPr>
        <p:spPr>
          <a:xfrm>
            <a:off x="0" y="0"/>
            <a:ext cx="11532358" cy="955343"/>
          </a:xfrm>
        </p:spPr>
        <p:txBody>
          <a:bodyPr>
            <a:norm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User Engagement By Weekday</a:t>
            </a:r>
            <a:endParaRPr lang="en-IN" sz="4800"/>
          </a:p>
        </p:txBody>
      </p:sp>
      <p:sp>
        <p:nvSpPr>
          <p:cNvPr id="3" name="Subtitle 2">
            <a:extLst>
              <a:ext uri="{FF2B5EF4-FFF2-40B4-BE49-F238E27FC236}">
                <a16:creationId xmlns:a16="http://schemas.microsoft.com/office/drawing/2014/main" id="{46A461B4-AD64-6482-C41E-3FCA75863432}"/>
              </a:ext>
            </a:extLst>
          </p:cNvPr>
          <p:cNvSpPr>
            <a:spLocks noGrp="1"/>
          </p:cNvSpPr>
          <p:nvPr>
            <p:ph type="subTitle" idx="1"/>
          </p:nvPr>
        </p:nvSpPr>
        <p:spPr>
          <a:xfrm>
            <a:off x="5540991" y="1583140"/>
            <a:ext cx="6237027" cy="4926842"/>
          </a:xfrm>
        </p:spPr>
        <p:txBody>
          <a:bodyPr>
            <a:normAutofit fontScale="70000" lnSpcReduction="20000"/>
          </a:bodyPr>
          <a:lstStyle/>
          <a:p>
            <a:pPr marL="0" lvl="0" indent="0" algn="l" rtl="0">
              <a:lnSpc>
                <a:spcPct val="150000"/>
              </a:lnSpc>
              <a:spcBef>
                <a:spcPts val="1200"/>
              </a:spcBef>
              <a:spcAft>
                <a:spcPts val="0"/>
              </a:spcAft>
              <a:buNone/>
            </a:pPr>
            <a:r>
              <a:rPr lang="en-GB" sz="2800" b="1">
                <a:solidFill>
                  <a:schemeClr val="accent5">
                    <a:lumMod val="75000"/>
                  </a:schemeClr>
                </a:solidFill>
              </a:rPr>
              <a:t>📊 </a:t>
            </a:r>
            <a:r>
              <a:rPr lang="en-US" sz="2400" b="1">
                <a:solidFill>
                  <a:schemeClr val="accent6">
                    <a:lumMod val="50000"/>
                  </a:schemeClr>
                </a:solidFill>
                <a:latin typeface="Times New Roman" panose="02020603050405020304" pitchFamily="18" charset="0"/>
                <a:cs typeface="Times New Roman" panose="02020603050405020304" pitchFamily="18" charset="0"/>
              </a:rPr>
              <a:t>Insights:</a:t>
            </a:r>
            <a:r>
              <a:rPr lang="en-US" sz="2400">
                <a:solidFill>
                  <a:schemeClr val="accent6">
                    <a:lumMod val="50000"/>
                  </a:schemeClr>
                </a:solidFill>
                <a:latin typeface="Times New Roman" panose="02020603050405020304" pitchFamily="18" charset="0"/>
                <a:cs typeface="Times New Roman" panose="02020603050405020304" pitchFamily="18" charset="0"/>
              </a:rPr>
              <a:t> </a:t>
            </a:r>
          </a:p>
          <a:p>
            <a:pPr marL="0" lvl="0" indent="0" algn="l" rtl="0">
              <a:lnSpc>
                <a:spcPct val="150000"/>
              </a:lnSpc>
              <a:spcBef>
                <a:spcPts val="1200"/>
              </a:spcBef>
              <a:spcAft>
                <a:spcPts val="0"/>
              </a:spcAft>
              <a:buNone/>
            </a:pPr>
            <a:r>
              <a:rPr lang="en-US" sz="2600">
                <a:solidFill>
                  <a:schemeClr val="accent5">
                    <a:lumMod val="75000"/>
                  </a:schemeClr>
                </a:solidFill>
                <a:latin typeface="Times New Roman" panose="02020603050405020304" pitchFamily="18" charset="0"/>
                <a:cs typeface="Times New Roman" panose="02020603050405020304" pitchFamily="18" charset="0"/>
              </a:rPr>
              <a:t>Peak: Thursday (1,727) and Wednesday (1,571).  </a:t>
            </a:r>
          </a:p>
          <a:p>
            <a:pPr marL="0" lvl="0" indent="0" algn="l" rtl="0">
              <a:lnSpc>
                <a:spcPct val="150000"/>
              </a:lnSpc>
              <a:spcBef>
                <a:spcPts val="1200"/>
              </a:spcBef>
              <a:spcAft>
                <a:spcPts val="0"/>
              </a:spcAft>
              <a:buNone/>
            </a:pPr>
            <a:r>
              <a:rPr lang="en-US" sz="2600">
                <a:solidFill>
                  <a:schemeClr val="accent5">
                    <a:lumMod val="75000"/>
                  </a:schemeClr>
                </a:solidFill>
                <a:latin typeface="Times New Roman" panose="02020603050405020304" pitchFamily="18" charset="0"/>
                <a:cs typeface="Times New Roman" panose="02020603050405020304" pitchFamily="18" charset="0"/>
              </a:rPr>
              <a:t>Steady: Friday (1,430) and Monday (1,354).  </a:t>
            </a:r>
          </a:p>
          <a:p>
            <a:pPr marL="0" lvl="0" indent="0" algn="l" rtl="0">
              <a:lnSpc>
                <a:spcPct val="150000"/>
              </a:lnSpc>
              <a:spcBef>
                <a:spcPts val="1200"/>
              </a:spcBef>
              <a:spcAft>
                <a:spcPts val="0"/>
              </a:spcAft>
              <a:buNone/>
            </a:pPr>
            <a:r>
              <a:rPr lang="en-US" sz="2600">
                <a:solidFill>
                  <a:schemeClr val="accent5">
                    <a:lumMod val="75000"/>
                  </a:schemeClr>
                </a:solidFill>
                <a:latin typeface="Times New Roman" panose="02020603050405020304" pitchFamily="18" charset="0"/>
                <a:cs typeface="Times New Roman" panose="02020603050405020304" pitchFamily="18" charset="0"/>
              </a:rPr>
              <a:t>Moderate/Low: Sunday (1,198), Tuesday (1,144), and Saturday (1,120).</a:t>
            </a:r>
          </a:p>
          <a:p>
            <a:pPr marL="0" lvl="0" indent="0" algn="l" rtl="0">
              <a:lnSpc>
                <a:spcPct val="150000"/>
              </a:lnSpc>
              <a:spcBef>
                <a:spcPts val="1200"/>
              </a:spcBef>
              <a:spcAft>
                <a:spcPts val="0"/>
              </a:spcAft>
              <a:buNone/>
            </a:pPr>
            <a:r>
              <a:rPr lang="en-GB" sz="2400" b="1">
                <a:solidFill>
                  <a:schemeClr val="accent5">
                    <a:lumMod val="75000"/>
                  </a:schemeClr>
                </a:solidFill>
                <a:latin typeface="Times New Roman" panose="02020603050405020304" pitchFamily="18" charset="0"/>
                <a:cs typeface="Times New Roman" panose="02020603050405020304" pitchFamily="18" charset="0"/>
              </a:rPr>
              <a:t>🎯 </a:t>
            </a:r>
            <a:r>
              <a:rPr lang="en-US" sz="2400" b="1">
                <a:solidFill>
                  <a:schemeClr val="accent6">
                    <a:lumMod val="50000"/>
                  </a:schemeClr>
                </a:solidFill>
                <a:latin typeface="Times New Roman" panose="02020603050405020304" pitchFamily="18" charset="0"/>
                <a:cs typeface="Times New Roman" panose="02020603050405020304" pitchFamily="18" charset="0"/>
              </a:rPr>
              <a:t>Recommendations:</a:t>
            </a:r>
            <a:r>
              <a:rPr lang="en-US" sz="2400">
                <a:solidFill>
                  <a:schemeClr val="accent6">
                    <a:lumMod val="50000"/>
                  </a:schemeClr>
                </a:solidFill>
                <a:latin typeface="Times New Roman" panose="02020603050405020304" pitchFamily="18" charset="0"/>
                <a:cs typeface="Times New Roman" panose="02020603050405020304" pitchFamily="18" charset="0"/>
              </a:rPr>
              <a:t> </a:t>
            </a:r>
          </a:p>
          <a:p>
            <a:pPr marL="342900" lvl="0" indent="-342900" algn="l" rtl="0">
              <a:lnSpc>
                <a:spcPct val="150000"/>
              </a:lnSpc>
              <a:spcBef>
                <a:spcPts val="1200"/>
              </a:spcBef>
              <a:spcAft>
                <a:spcPts val="0"/>
              </a:spcAft>
              <a:buFont typeface="Arial" panose="020B0604020202020204" pitchFamily="34" charset="0"/>
              <a:buChar char="•"/>
            </a:pPr>
            <a:r>
              <a:rPr lang="en-US" sz="2400">
                <a:solidFill>
                  <a:schemeClr val="accent5">
                    <a:lumMod val="75000"/>
                  </a:schemeClr>
                </a:solidFill>
                <a:latin typeface="Times New Roman" panose="02020603050405020304" pitchFamily="18" charset="0"/>
                <a:cs typeface="Times New Roman" panose="02020603050405020304" pitchFamily="18" charset="0"/>
              </a:rPr>
              <a:t>Focus major content and campaigns on Thursday and Wednesday. Use Monday and Friday for reminders or promotions. </a:t>
            </a:r>
          </a:p>
          <a:p>
            <a:pPr marL="342900" lvl="0" indent="-342900" algn="l" rtl="0">
              <a:lnSpc>
                <a:spcPct val="150000"/>
              </a:lnSpc>
              <a:spcBef>
                <a:spcPts val="1200"/>
              </a:spcBef>
              <a:spcAft>
                <a:spcPts val="0"/>
              </a:spcAft>
              <a:buFont typeface="Arial" panose="020B0604020202020204" pitchFamily="34" charset="0"/>
              <a:buChar char="•"/>
            </a:pPr>
            <a:r>
              <a:rPr lang="en-US" sz="2400">
                <a:solidFill>
                  <a:schemeClr val="accent5">
                    <a:lumMod val="75000"/>
                  </a:schemeClr>
                </a:solidFill>
                <a:latin typeface="Times New Roman" panose="02020603050405020304" pitchFamily="18" charset="0"/>
                <a:cs typeface="Times New Roman" panose="02020603050405020304" pitchFamily="18" charset="0"/>
              </a:rPr>
              <a:t>Keep Saturday and Tuesday light with polls or stories, and experiment with Sunday evening posts to engage weekend users.</a:t>
            </a:r>
            <a:endParaRPr lang="en-US" sz="2400">
              <a:solidFill>
                <a:schemeClr val="accent5">
                  <a:lumMod val="75000"/>
                </a:schemeClr>
              </a:solidFill>
            </a:endParaRPr>
          </a:p>
          <a:p>
            <a:endParaRPr lang="en-IN"/>
          </a:p>
        </p:txBody>
      </p:sp>
      <p:graphicFrame>
        <p:nvGraphicFramePr>
          <p:cNvPr id="5" name="Chart 4">
            <a:extLst>
              <a:ext uri="{FF2B5EF4-FFF2-40B4-BE49-F238E27FC236}">
                <a16:creationId xmlns:a16="http://schemas.microsoft.com/office/drawing/2014/main" id="{4608274C-6EBF-A0C2-1576-794ED4467CDD}"/>
              </a:ext>
            </a:extLst>
          </p:cNvPr>
          <p:cNvGraphicFramePr>
            <a:graphicFrameLocks/>
          </p:cNvGraphicFramePr>
          <p:nvPr>
            <p:extLst>
              <p:ext uri="{D42A27DB-BD31-4B8C-83A1-F6EECF244321}">
                <p14:modId xmlns:p14="http://schemas.microsoft.com/office/powerpoint/2010/main" val="2485599433"/>
              </p:ext>
            </p:extLst>
          </p:nvPr>
        </p:nvGraphicFramePr>
        <p:xfrm>
          <a:off x="299115" y="1792346"/>
          <a:ext cx="4888172" cy="4667533"/>
        </p:xfrm>
        <a:graphic>
          <a:graphicData uri="http://schemas.openxmlformats.org/drawingml/2006/chart">
            <c:chart xmlns:c="http://schemas.openxmlformats.org/drawingml/2006/chart" xmlns:r="http://schemas.openxmlformats.org/officeDocument/2006/relationships" r:id="rId3"/>
          </a:graphicData>
        </a:graphic>
      </p:graphicFrame>
      <p:pic>
        <p:nvPicPr>
          <p:cNvPr id="6" name="Picture 2" descr="Instagram App Pictures | Download Free Images on Unsplash">
            <a:extLst>
              <a:ext uri="{FF2B5EF4-FFF2-40B4-BE49-F238E27FC236}">
                <a16:creationId xmlns:a16="http://schemas.microsoft.com/office/drawing/2014/main" id="{96BDB791-31B2-6A28-7156-DC5AD5994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935" y="18480"/>
            <a:ext cx="1191065" cy="9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568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62F203-2060-964D-A88D-437C5008E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3" y="-2667001"/>
            <a:ext cx="6858000" cy="12192003"/>
          </a:xfrm>
          <a:prstGeom prst="rect">
            <a:avLst/>
          </a:prstGeom>
        </p:spPr>
      </p:pic>
      <p:pic>
        <p:nvPicPr>
          <p:cNvPr id="5" name="Picture 2" descr="Instagram App Pictures | Download Free Images on Unsplash">
            <a:extLst>
              <a:ext uri="{FF2B5EF4-FFF2-40B4-BE49-F238E27FC236}">
                <a16:creationId xmlns:a16="http://schemas.microsoft.com/office/drawing/2014/main" id="{8532F21C-7C22-1A04-9498-A0B081D0D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1AD7AA98-024D-4446-4B57-9DA78C14DCD9}"/>
              </a:ext>
            </a:extLst>
          </p:cNvPr>
          <p:cNvSpPr>
            <a:spLocks noGrp="1"/>
          </p:cNvSpPr>
          <p:nvPr>
            <p:ph type="title"/>
          </p:nvPr>
        </p:nvSpPr>
        <p:spPr>
          <a:xfrm>
            <a:off x="0" y="122831"/>
            <a:ext cx="6660107" cy="1224366"/>
          </a:xfrm>
        </p:spPr>
        <p:txBody>
          <a:bodyPr>
            <a:norm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Peak Engagement Time</a:t>
            </a:r>
            <a:endParaRPr lang="en-IN" sz="4800">
              <a:solidFill>
                <a:srgbClr val="002060"/>
              </a:solidFill>
            </a:endParaRPr>
          </a:p>
        </p:txBody>
      </p:sp>
      <p:sp>
        <p:nvSpPr>
          <p:cNvPr id="7" name="Content Placeholder 6">
            <a:extLst>
              <a:ext uri="{FF2B5EF4-FFF2-40B4-BE49-F238E27FC236}">
                <a16:creationId xmlns:a16="http://schemas.microsoft.com/office/drawing/2014/main" id="{7652746F-C5CD-658D-90C7-DFEE89E1113F}"/>
              </a:ext>
            </a:extLst>
          </p:cNvPr>
          <p:cNvSpPr>
            <a:spLocks noGrp="1"/>
          </p:cNvSpPr>
          <p:nvPr>
            <p:ph idx="1"/>
          </p:nvPr>
        </p:nvSpPr>
        <p:spPr>
          <a:xfrm>
            <a:off x="5472752" y="1470028"/>
            <a:ext cx="6346209" cy="4784058"/>
          </a:xfrm>
        </p:spPr>
        <p:txBody>
          <a:bodyPr>
            <a:normAutofit/>
          </a:bodyPr>
          <a:lstStyle/>
          <a:p>
            <a:pPr marL="0" lvl="0" indent="0" algn="l" rtl="0">
              <a:lnSpc>
                <a:spcPct val="100000"/>
              </a:lnSpc>
              <a:spcBef>
                <a:spcPts val="1200"/>
              </a:spcBef>
              <a:spcAft>
                <a:spcPts val="0"/>
              </a:spcAft>
              <a:buNone/>
            </a:pPr>
            <a:r>
              <a:rPr lang="en-GB" sz="2600" b="1"/>
              <a:t>📊 </a:t>
            </a:r>
            <a:r>
              <a:rPr lang="en-US" sz="2600" b="1">
                <a:solidFill>
                  <a:schemeClr val="accent6">
                    <a:lumMod val="50000"/>
                  </a:schemeClr>
                </a:solidFill>
                <a:latin typeface="Times New Roman" panose="02020603050405020304" pitchFamily="18" charset="0"/>
                <a:cs typeface="Times New Roman" panose="02020603050405020304" pitchFamily="18" charset="0"/>
              </a:rPr>
              <a:t>Insights:</a:t>
            </a:r>
          </a:p>
          <a:p>
            <a:pPr>
              <a:lnSpc>
                <a:spcPct val="100000"/>
              </a:lnSpc>
              <a:spcBef>
                <a:spcPts val="1200"/>
              </a:spcBef>
            </a:pPr>
            <a:r>
              <a:rPr lang="en-US" sz="2000">
                <a:solidFill>
                  <a:schemeClr val="accent5">
                    <a:lumMod val="75000"/>
                  </a:schemeClr>
                </a:solidFill>
                <a:latin typeface="Times New Roman" panose="02020603050405020304" pitchFamily="18" charset="0"/>
                <a:cs typeface="Times New Roman" panose="02020603050405020304" pitchFamily="18" charset="0"/>
              </a:rPr>
              <a:t>Peak: 5 PM (1,120) and 11 PM (1,249).  </a:t>
            </a:r>
          </a:p>
          <a:p>
            <a:pPr>
              <a:lnSpc>
                <a:spcPct val="100000"/>
              </a:lnSpc>
              <a:spcBef>
                <a:spcPts val="1200"/>
              </a:spcBef>
            </a:pPr>
            <a:r>
              <a:rPr lang="en-US" sz="2000">
                <a:solidFill>
                  <a:schemeClr val="accent5">
                    <a:lumMod val="75000"/>
                  </a:schemeClr>
                </a:solidFill>
                <a:latin typeface="Times New Roman" panose="02020603050405020304" pitchFamily="18" charset="0"/>
                <a:cs typeface="Times New Roman" panose="02020603050405020304" pitchFamily="18" charset="0"/>
              </a:rPr>
              <a:t>Steady: 1 PM to 11 PM (strongest 3 PM–9 PM).  </a:t>
            </a:r>
          </a:p>
          <a:p>
            <a:pPr>
              <a:lnSpc>
                <a:spcPct val="100000"/>
              </a:lnSpc>
              <a:spcBef>
                <a:spcPts val="1200"/>
              </a:spcBef>
            </a:pPr>
            <a:r>
              <a:rPr lang="en-US" sz="2000">
                <a:solidFill>
                  <a:schemeClr val="accent5">
                    <a:lumMod val="75000"/>
                  </a:schemeClr>
                </a:solidFill>
                <a:latin typeface="Times New Roman" panose="02020603050405020304" pitchFamily="18" charset="0"/>
                <a:cs typeface="Times New Roman" panose="02020603050405020304" pitchFamily="18" charset="0"/>
              </a:rPr>
              <a:t>Low: Late night and early morning (12 AM–10 AM).</a:t>
            </a:r>
          </a:p>
          <a:p>
            <a:pPr marL="0" lvl="0" indent="0" algn="l" rtl="0">
              <a:lnSpc>
                <a:spcPct val="100000"/>
              </a:lnSpc>
              <a:spcBef>
                <a:spcPts val="1200"/>
              </a:spcBef>
              <a:spcAft>
                <a:spcPts val="0"/>
              </a:spcAft>
              <a:buNone/>
            </a:pPr>
            <a:r>
              <a:rPr lang="en-GB" sz="2600" b="1">
                <a:solidFill>
                  <a:schemeClr val="bg1"/>
                </a:solidFill>
                <a:latin typeface="Times New Roman" panose="02020603050405020304" pitchFamily="18" charset="0"/>
                <a:cs typeface="Times New Roman" panose="02020603050405020304" pitchFamily="18" charset="0"/>
              </a:rPr>
              <a:t>🎯 </a:t>
            </a:r>
            <a:r>
              <a:rPr lang="en-US" sz="2600" b="1">
                <a:solidFill>
                  <a:schemeClr val="accent6">
                    <a:lumMod val="50000"/>
                  </a:schemeClr>
                </a:solidFill>
                <a:latin typeface="Times New Roman" panose="02020603050405020304" pitchFamily="18" charset="0"/>
                <a:cs typeface="Times New Roman" panose="02020603050405020304" pitchFamily="18" charset="0"/>
              </a:rPr>
              <a:t>Recommendations:</a:t>
            </a:r>
          </a:p>
          <a:p>
            <a:r>
              <a:rPr lang="en-US" sz="2000">
                <a:solidFill>
                  <a:schemeClr val="accent5">
                    <a:lumMod val="75000"/>
                  </a:schemeClr>
                </a:solidFill>
                <a:latin typeface="Times New Roman" panose="02020603050405020304" pitchFamily="18" charset="0"/>
                <a:cs typeface="Times New Roman" panose="02020603050405020304" pitchFamily="18" charset="0"/>
              </a:rPr>
              <a:t>5 PM – 11 PM: Schedule main posts for maximum visibility.  </a:t>
            </a:r>
          </a:p>
          <a:p>
            <a:r>
              <a:rPr lang="en-US" sz="2000">
                <a:solidFill>
                  <a:schemeClr val="accent5">
                    <a:lumMod val="75000"/>
                  </a:schemeClr>
                </a:solidFill>
                <a:latin typeface="Times New Roman" panose="02020603050405020304" pitchFamily="18" charset="0"/>
                <a:cs typeface="Times New Roman" panose="02020603050405020304" pitchFamily="18" charset="0"/>
              </a:rPr>
              <a:t>7 PM – 9 PM: Run high-impact campaigns, ads, or live sessions.  </a:t>
            </a:r>
          </a:p>
          <a:p>
            <a:r>
              <a:rPr lang="en-US" sz="2000">
                <a:solidFill>
                  <a:schemeClr val="accent5">
                    <a:lumMod val="75000"/>
                  </a:schemeClr>
                </a:solidFill>
                <a:latin typeface="Times New Roman" panose="02020603050405020304" pitchFamily="18" charset="0"/>
                <a:cs typeface="Times New Roman" panose="02020603050405020304" pitchFamily="18" charset="0"/>
              </a:rPr>
              <a:t>11 PM – 12 AM: Test exclusive content drops.  </a:t>
            </a:r>
          </a:p>
          <a:p>
            <a:r>
              <a:rPr lang="en-US" sz="2000">
                <a:solidFill>
                  <a:schemeClr val="accent5">
                    <a:lumMod val="75000"/>
                  </a:schemeClr>
                </a:solidFill>
                <a:latin typeface="Times New Roman" panose="02020603050405020304" pitchFamily="18" charset="0"/>
                <a:cs typeface="Times New Roman" panose="02020603050405020304" pitchFamily="18" charset="0"/>
              </a:rPr>
              <a:t>6 AM – 10 AM: Avoid posting due to low engagement.</a:t>
            </a:r>
            <a:endParaRPr lang="en-IN" sz="2000">
              <a:solidFill>
                <a:schemeClr val="accent5">
                  <a:lumMod val="75000"/>
                </a:schemeClr>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86D00B90-F2E0-F08E-E55E-3B9CC3413654}"/>
              </a:ext>
            </a:extLst>
          </p:cNvPr>
          <p:cNvGraphicFramePr>
            <a:graphicFrameLocks/>
          </p:cNvGraphicFramePr>
          <p:nvPr>
            <p:extLst>
              <p:ext uri="{D42A27DB-BD31-4B8C-83A1-F6EECF244321}">
                <p14:modId xmlns:p14="http://schemas.microsoft.com/office/powerpoint/2010/main" val="1704180632"/>
              </p:ext>
            </p:extLst>
          </p:nvPr>
        </p:nvGraphicFramePr>
        <p:xfrm>
          <a:off x="120549" y="1470028"/>
          <a:ext cx="4874531" cy="43985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08234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DBF36D-7E78-72CF-8B2D-699B2DCFB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999" y="-2667001"/>
            <a:ext cx="6858000" cy="12192003"/>
          </a:xfrm>
          <a:prstGeom prst="rect">
            <a:avLst/>
          </a:prstGeom>
        </p:spPr>
      </p:pic>
      <p:pic>
        <p:nvPicPr>
          <p:cNvPr id="5" name="Picture 2" descr="Instagram App Pictures | Download Free Images on Unsplash">
            <a:extLst>
              <a:ext uri="{FF2B5EF4-FFF2-40B4-BE49-F238E27FC236}">
                <a16:creationId xmlns:a16="http://schemas.microsoft.com/office/drawing/2014/main" id="{1FE99BB0-C019-BD5B-FF6E-3590DFB3F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E7ACA8C5-A3FA-F107-610A-8D216927EB10}"/>
              </a:ext>
            </a:extLst>
          </p:cNvPr>
          <p:cNvSpPr>
            <a:spLocks noGrp="1"/>
          </p:cNvSpPr>
          <p:nvPr>
            <p:ph type="ctrTitle"/>
          </p:nvPr>
        </p:nvSpPr>
        <p:spPr>
          <a:xfrm>
            <a:off x="-2" y="-1"/>
            <a:ext cx="7124133" cy="1091822"/>
          </a:xfrm>
        </p:spPr>
        <p:txBody>
          <a:bodyPr>
            <a:normAutofit/>
          </a:bodyPr>
          <a:lstStyle/>
          <a:p>
            <a:r>
              <a:rPr lang="en-GB" sz="4800" b="1">
                <a:solidFill>
                  <a:srgbClr val="002060"/>
                </a:solidFill>
                <a:latin typeface="Times New Roman" panose="02020603050405020304" pitchFamily="18" charset="0"/>
                <a:ea typeface="Arial"/>
                <a:cs typeface="Times New Roman" panose="02020603050405020304" pitchFamily="18" charset="0"/>
                <a:sym typeface="Arial"/>
              </a:rPr>
              <a:t>Top Engaging Tags</a:t>
            </a:r>
            <a:endParaRPr lang="en-IN" sz="4800">
              <a:solidFill>
                <a:srgbClr val="002060"/>
              </a:solidFill>
            </a:endParaRPr>
          </a:p>
        </p:txBody>
      </p:sp>
      <p:sp>
        <p:nvSpPr>
          <p:cNvPr id="7" name="Subtitle 6">
            <a:extLst>
              <a:ext uri="{FF2B5EF4-FFF2-40B4-BE49-F238E27FC236}">
                <a16:creationId xmlns:a16="http://schemas.microsoft.com/office/drawing/2014/main" id="{532F1078-84DC-0703-9290-96DD621A4B3B}"/>
              </a:ext>
            </a:extLst>
          </p:cNvPr>
          <p:cNvSpPr>
            <a:spLocks noGrp="1"/>
          </p:cNvSpPr>
          <p:nvPr>
            <p:ph type="subTitle" idx="1"/>
          </p:nvPr>
        </p:nvSpPr>
        <p:spPr>
          <a:xfrm>
            <a:off x="6096000" y="1419367"/>
            <a:ext cx="6000466" cy="5049671"/>
          </a:xfrm>
        </p:spPr>
        <p:txBody>
          <a:bodyPr>
            <a:normAutofit/>
          </a:bodyPr>
          <a:lstStyle/>
          <a:p>
            <a:pPr marL="0" lvl="0" indent="0" algn="l" rtl="0">
              <a:spcBef>
                <a:spcPts val="1200"/>
              </a:spcBef>
              <a:spcAft>
                <a:spcPts val="0"/>
              </a:spcAft>
              <a:buNone/>
            </a:pPr>
            <a:r>
              <a:rPr lang="en-GB" sz="2100" b="1">
                <a:solidFill>
                  <a:schemeClr val="accent5">
                    <a:lumMod val="75000"/>
                  </a:schemeClr>
                </a:solidFill>
              </a:rPr>
              <a:t>📊</a:t>
            </a:r>
            <a:r>
              <a:rPr lang="en-GB" sz="3600" b="1">
                <a:solidFill>
                  <a:schemeClr val="accent5">
                    <a:lumMod val="75000"/>
                  </a:schemeClr>
                </a:solidFill>
              </a:rPr>
              <a:t> </a:t>
            </a:r>
            <a:r>
              <a:rPr lang="en-US" sz="2800" b="1">
                <a:solidFill>
                  <a:schemeClr val="accent6">
                    <a:lumMod val="50000"/>
                  </a:schemeClr>
                </a:solidFill>
                <a:latin typeface="Times New Roman" panose="02020603050405020304" pitchFamily="18" charset="0"/>
                <a:cs typeface="Times New Roman" panose="02020603050405020304" pitchFamily="18" charset="0"/>
              </a:rPr>
              <a:t>Insights:</a:t>
            </a: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High: Food and scenic content.  </a:t>
            </a: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Medium: Lifestyle and visual aesthetics.  </a:t>
            </a: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Low: Event tags (e.g., party, concert).</a:t>
            </a:r>
            <a:endParaRPr lang="en-GB" sz="2000">
              <a:solidFill>
                <a:schemeClr val="accent5">
                  <a:lumMod val="75000"/>
                </a:schemeClr>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en-GB" sz="2800" b="1">
                <a:solidFill>
                  <a:schemeClr val="accent5">
                    <a:lumMod val="75000"/>
                  </a:schemeClr>
                </a:solidFill>
                <a:latin typeface="Times New Roman" panose="02020603050405020304" pitchFamily="18" charset="0"/>
                <a:cs typeface="Times New Roman" panose="02020603050405020304" pitchFamily="18" charset="0"/>
              </a:rPr>
              <a:t>🎯 </a:t>
            </a:r>
            <a:r>
              <a:rPr lang="en-US" sz="2800" b="1">
                <a:solidFill>
                  <a:schemeClr val="accent6">
                    <a:lumMod val="50000"/>
                  </a:schemeClr>
                </a:solidFill>
                <a:latin typeface="Times New Roman" panose="02020603050405020304" pitchFamily="18" charset="0"/>
                <a:cs typeface="Times New Roman" panose="02020603050405020304" pitchFamily="18" charset="0"/>
              </a:rPr>
              <a:t>Recommendations:</a:t>
            </a:r>
            <a:endParaRPr lang="en-IN" sz="2800" b="1">
              <a:solidFill>
                <a:schemeClr val="accent6">
                  <a:lumMod val="50000"/>
                </a:schemeClr>
              </a:solidFill>
              <a:latin typeface="Times New Roman" panose="02020603050405020304" pitchFamily="18" charset="0"/>
              <a:cs typeface="Times New Roman" panose="02020603050405020304" pitchFamily="18" charset="0"/>
            </a:endParaRP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Optimize Strategy: Blend high and mid-performing tags to expand reach.  </a:t>
            </a: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Refine Performance: Revise or phase out low-engagement content.  </a:t>
            </a:r>
          </a:p>
          <a:p>
            <a:pPr marL="342900" lvl="0" indent="-342900" algn="l" rtl="0">
              <a:spcBef>
                <a:spcPts val="1200"/>
              </a:spcBef>
              <a:spcAft>
                <a:spcPts val="0"/>
              </a:spcAft>
              <a:buFont typeface="Arial" panose="020B0604020202020204" pitchFamily="34" charset="0"/>
              <a:buChar char="•"/>
            </a:pPr>
            <a:r>
              <a:rPr lang="en-US" sz="2000">
                <a:solidFill>
                  <a:schemeClr val="accent5">
                    <a:lumMod val="75000"/>
                  </a:schemeClr>
                </a:solidFill>
                <a:latin typeface="Times New Roman" panose="02020603050405020304" pitchFamily="18" charset="0"/>
                <a:cs typeface="Times New Roman" panose="02020603050405020304" pitchFamily="18" charset="0"/>
              </a:rPr>
              <a:t>Diversify Tags: Use a balanced tag mix to maximize visibility and avoid saturation.</a:t>
            </a:r>
          </a:p>
        </p:txBody>
      </p:sp>
      <p:graphicFrame>
        <p:nvGraphicFramePr>
          <p:cNvPr id="8" name="Chart 7">
            <a:extLst>
              <a:ext uri="{FF2B5EF4-FFF2-40B4-BE49-F238E27FC236}">
                <a16:creationId xmlns:a16="http://schemas.microsoft.com/office/drawing/2014/main" id="{1D3C06EC-543F-B1E0-7D8A-BD652F5C8845}"/>
              </a:ext>
            </a:extLst>
          </p:cNvPr>
          <p:cNvGraphicFramePr>
            <a:graphicFrameLocks/>
          </p:cNvGraphicFramePr>
          <p:nvPr>
            <p:extLst>
              <p:ext uri="{D42A27DB-BD31-4B8C-83A1-F6EECF244321}">
                <p14:modId xmlns:p14="http://schemas.microsoft.com/office/powerpoint/2010/main" val="3416398509"/>
              </p:ext>
            </p:extLst>
          </p:nvPr>
        </p:nvGraphicFramePr>
        <p:xfrm>
          <a:off x="95533" y="1872837"/>
          <a:ext cx="5691117" cy="36135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378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9045DA-8B37-FE3C-0B10-B45C5CF85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6999" y="-2667001"/>
            <a:ext cx="6858000" cy="12192003"/>
          </a:xfrm>
          <a:prstGeom prst="rect">
            <a:avLst/>
          </a:prstGeom>
        </p:spPr>
      </p:pic>
      <p:pic>
        <p:nvPicPr>
          <p:cNvPr id="5" name="Picture 2" descr="Instagram App Pictures | Download Free Images on Unsplash">
            <a:extLst>
              <a:ext uri="{FF2B5EF4-FFF2-40B4-BE49-F238E27FC236}">
                <a16:creationId xmlns:a16="http://schemas.microsoft.com/office/drawing/2014/main" id="{152718AB-DB9C-42A1-1633-2D2D3CD93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549139C2-BF0B-78AB-0EB2-CFB2665C1E2C}"/>
              </a:ext>
            </a:extLst>
          </p:cNvPr>
          <p:cNvSpPr>
            <a:spLocks noGrp="1"/>
          </p:cNvSpPr>
          <p:nvPr>
            <p:ph type="ctrTitle"/>
          </p:nvPr>
        </p:nvSpPr>
        <p:spPr>
          <a:xfrm>
            <a:off x="0" y="0"/>
            <a:ext cx="10522424" cy="982069"/>
          </a:xfrm>
        </p:spPr>
        <p:txBody>
          <a:bodyPr>
            <a:normAutofit/>
          </a:bodyPr>
          <a:lstStyle/>
          <a:p>
            <a:r>
              <a:rPr lang="en-IN" sz="4800" b="1">
                <a:solidFill>
                  <a:srgbClr val="002060"/>
                </a:solidFill>
                <a:latin typeface="Times New Roman" panose="02020603050405020304" pitchFamily="18" charset="0"/>
                <a:cs typeface="Times New Roman" panose="02020603050405020304" pitchFamily="18" charset="0"/>
              </a:rPr>
              <a:t>Strategy to Re-engage Inactive Users</a:t>
            </a:r>
            <a:endParaRPr lang="en-IN" sz="4800">
              <a:solidFill>
                <a:srgbClr val="002060"/>
              </a:solidFill>
            </a:endParaRPr>
          </a:p>
        </p:txBody>
      </p:sp>
      <p:graphicFrame>
        <p:nvGraphicFramePr>
          <p:cNvPr id="8" name="Content Placeholder 4">
            <a:extLst>
              <a:ext uri="{FF2B5EF4-FFF2-40B4-BE49-F238E27FC236}">
                <a16:creationId xmlns:a16="http://schemas.microsoft.com/office/drawing/2014/main" id="{6A8853E1-2A9B-1A8F-9956-FA084432906B}"/>
              </a:ext>
            </a:extLst>
          </p:cNvPr>
          <p:cNvGraphicFramePr>
            <a:graphicFrameLocks/>
          </p:cNvGraphicFramePr>
          <p:nvPr>
            <p:extLst>
              <p:ext uri="{D42A27DB-BD31-4B8C-83A1-F6EECF244321}">
                <p14:modId xmlns:p14="http://schemas.microsoft.com/office/powerpoint/2010/main" val="647250795"/>
              </p:ext>
            </p:extLst>
          </p:nvPr>
        </p:nvGraphicFramePr>
        <p:xfrm>
          <a:off x="0" y="1433015"/>
          <a:ext cx="9662615" cy="49820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91328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1B0449-56FF-37D9-50B3-6653F4FBB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43A122A1-6902-669B-B7D2-5A8D006DBF9B}"/>
              </a:ext>
            </a:extLst>
          </p:cNvPr>
          <p:cNvSpPr>
            <a:spLocks noGrp="1"/>
          </p:cNvSpPr>
          <p:nvPr>
            <p:ph type="ctrTitle"/>
          </p:nvPr>
        </p:nvSpPr>
        <p:spPr>
          <a:xfrm>
            <a:off x="-327546" y="0"/>
            <a:ext cx="11286698" cy="1337481"/>
          </a:xfrm>
        </p:spPr>
        <p:txBody>
          <a:bodyPr>
            <a:noAutofit/>
          </a:bodyPr>
          <a:lstStyle/>
          <a:p>
            <a:r>
              <a:rPr lang="en-IN" sz="4800" b="1">
                <a:solidFill>
                  <a:srgbClr val="002060"/>
                </a:solidFill>
                <a:latin typeface="Times New Roman" panose="02020603050405020304" pitchFamily="18" charset="0"/>
                <a:cs typeface="Times New Roman" panose="02020603050405020304" pitchFamily="18" charset="0"/>
              </a:rPr>
              <a:t>Recommendations based on Instagram Data Insights</a:t>
            </a:r>
            <a:endParaRPr lang="en-IN" sz="4800">
              <a:solidFill>
                <a:srgbClr val="002060"/>
              </a:solidFill>
            </a:endParaRPr>
          </a:p>
        </p:txBody>
      </p:sp>
      <p:grpSp>
        <p:nvGrpSpPr>
          <p:cNvPr id="7" name="Group 6">
            <a:extLst>
              <a:ext uri="{FF2B5EF4-FFF2-40B4-BE49-F238E27FC236}">
                <a16:creationId xmlns:a16="http://schemas.microsoft.com/office/drawing/2014/main" id="{E87EF82F-AB48-A0DD-35BC-C72E8A005490}"/>
              </a:ext>
            </a:extLst>
          </p:cNvPr>
          <p:cNvGrpSpPr/>
          <p:nvPr/>
        </p:nvGrpSpPr>
        <p:grpSpPr>
          <a:xfrm>
            <a:off x="131927" y="1733267"/>
            <a:ext cx="8807357" cy="832512"/>
            <a:chOff x="2344220" y="2558804"/>
            <a:chExt cx="1937735" cy="1937735"/>
          </a:xfrm>
          <a:solidFill>
            <a:schemeClr val="bg1">
              <a:lumMod val="95000"/>
            </a:schemeClr>
          </a:solidFill>
        </p:grpSpPr>
        <p:sp>
          <p:nvSpPr>
            <p:cNvPr id="8" name="Rectangle: Rounded Corners 7">
              <a:extLst>
                <a:ext uri="{FF2B5EF4-FFF2-40B4-BE49-F238E27FC236}">
                  <a16:creationId xmlns:a16="http://schemas.microsoft.com/office/drawing/2014/main" id="{125BBB5B-B02D-9D32-C1D1-B002D0954337}"/>
                </a:ext>
              </a:extLst>
            </p:cNvPr>
            <p:cNvSpPr/>
            <p:nvPr/>
          </p:nvSpPr>
          <p:spPr>
            <a:xfrm>
              <a:off x="2344220" y="2558804"/>
              <a:ext cx="1937735" cy="1937735"/>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 name="Rectangle: Rounded Corners 4">
              <a:extLst>
                <a:ext uri="{FF2B5EF4-FFF2-40B4-BE49-F238E27FC236}">
                  <a16:creationId xmlns:a16="http://schemas.microsoft.com/office/drawing/2014/main" id="{9CF7F848-D1E8-9356-9426-7E9F2E2B2E6F}"/>
                </a:ext>
              </a:extLst>
            </p:cNvPr>
            <p:cNvSpPr txBox="1"/>
            <p:nvPr/>
          </p:nvSpPr>
          <p:spPr>
            <a:xfrm>
              <a:off x="2438812" y="2653396"/>
              <a:ext cx="1748551" cy="174855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marL="0" lvl="0" indent="0" algn="ctr" defTabSz="577850" rtl="0">
                <a:lnSpc>
                  <a:spcPct val="150000"/>
                </a:lnSpc>
                <a:spcBef>
                  <a:spcPct val="0"/>
                </a:spcBef>
                <a:spcAft>
                  <a:spcPct val="35000"/>
                </a:spcAft>
                <a:buNone/>
              </a:pPr>
              <a:endParaRPr lang="en-IN" sz="1300" b="1" kern="1200" dirty="0">
                <a:solidFill>
                  <a:schemeClr val="accent5">
                    <a:lumMod val="75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DAC69B20-484F-D800-F473-6306597E79C7}"/>
              </a:ext>
            </a:extLst>
          </p:cNvPr>
          <p:cNvGrpSpPr/>
          <p:nvPr/>
        </p:nvGrpSpPr>
        <p:grpSpPr>
          <a:xfrm>
            <a:off x="131927" y="2777443"/>
            <a:ext cx="8807357" cy="832513"/>
            <a:chOff x="4291340" y="1024602"/>
            <a:chExt cx="1937735" cy="1937735"/>
          </a:xfrm>
          <a:solidFill>
            <a:schemeClr val="bg1">
              <a:lumMod val="95000"/>
            </a:schemeClr>
          </a:solidFill>
        </p:grpSpPr>
        <p:sp>
          <p:nvSpPr>
            <p:cNvPr id="11" name="Rectangle: Rounded Corners 10">
              <a:extLst>
                <a:ext uri="{FF2B5EF4-FFF2-40B4-BE49-F238E27FC236}">
                  <a16:creationId xmlns:a16="http://schemas.microsoft.com/office/drawing/2014/main" id="{B2B991E9-5B39-92CC-5347-A398F9C58A25}"/>
                </a:ext>
              </a:extLst>
            </p:cNvPr>
            <p:cNvSpPr/>
            <p:nvPr/>
          </p:nvSpPr>
          <p:spPr>
            <a:xfrm>
              <a:off x="4291340" y="1024602"/>
              <a:ext cx="1937735" cy="1937735"/>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2" name="Rectangle: Rounded Corners 4">
              <a:extLst>
                <a:ext uri="{FF2B5EF4-FFF2-40B4-BE49-F238E27FC236}">
                  <a16:creationId xmlns:a16="http://schemas.microsoft.com/office/drawing/2014/main" id="{388722C8-F968-D388-C4CC-3A6FB5A1FB29}"/>
                </a:ext>
              </a:extLst>
            </p:cNvPr>
            <p:cNvSpPr txBox="1"/>
            <p:nvPr/>
          </p:nvSpPr>
          <p:spPr>
            <a:xfrm>
              <a:off x="4385932" y="1119194"/>
              <a:ext cx="1748551" cy="174855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kern="1200" dirty="0">
                  <a:solidFill>
                    <a:schemeClr val="accent5">
                      <a:lumMod val="75000"/>
                    </a:schemeClr>
                  </a:solidFill>
                  <a:latin typeface="Times New Roman" panose="02020603050405020304" pitchFamily="18" charset="0"/>
                  <a:cs typeface="Times New Roman" panose="02020603050405020304" pitchFamily="18" charset="0"/>
                </a:rPr>
                <a:t>Research trending hashtags in one’s niche and experiment with them to reach new users</a:t>
              </a:r>
              <a:r>
                <a:rPr lang="en-US" sz="1300" b="1" kern="1200" dirty="0">
                  <a:solidFill>
                    <a:schemeClr val="accent5">
                      <a:lumMod val="75000"/>
                    </a:schemeClr>
                  </a:solidFill>
                  <a:latin typeface="Times New Roman" panose="02020603050405020304" pitchFamily="18" charset="0"/>
                  <a:cs typeface="Times New Roman" panose="02020603050405020304" pitchFamily="18" charset="0"/>
                </a:rPr>
                <a:t>.</a:t>
              </a:r>
              <a:endParaRPr lang="en-IN" sz="1300" b="1" kern="1200" dirty="0">
                <a:solidFill>
                  <a:schemeClr val="accent5">
                    <a:lumMod val="75000"/>
                  </a:schemeClr>
                </a:solidFill>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D1A0F5D6-D99B-9590-EB73-CB3A84A481B8}"/>
              </a:ext>
            </a:extLst>
          </p:cNvPr>
          <p:cNvGrpSpPr/>
          <p:nvPr/>
        </p:nvGrpSpPr>
        <p:grpSpPr>
          <a:xfrm>
            <a:off x="131927" y="3959626"/>
            <a:ext cx="8807357" cy="968744"/>
            <a:chOff x="6775232" y="0"/>
            <a:chExt cx="1937735" cy="1937735"/>
          </a:xfrm>
          <a:solidFill>
            <a:schemeClr val="bg1">
              <a:lumMod val="95000"/>
            </a:schemeClr>
          </a:solidFill>
        </p:grpSpPr>
        <p:sp>
          <p:nvSpPr>
            <p:cNvPr id="14" name="Rectangle: Rounded Corners 13">
              <a:extLst>
                <a:ext uri="{FF2B5EF4-FFF2-40B4-BE49-F238E27FC236}">
                  <a16:creationId xmlns:a16="http://schemas.microsoft.com/office/drawing/2014/main" id="{B49AB076-999B-1E61-6D63-1AAEA016CE23}"/>
                </a:ext>
              </a:extLst>
            </p:cNvPr>
            <p:cNvSpPr/>
            <p:nvPr/>
          </p:nvSpPr>
          <p:spPr>
            <a:xfrm>
              <a:off x="6775232" y="0"/>
              <a:ext cx="1937735" cy="1937735"/>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5" name="Rectangle: Rounded Corners 4">
              <a:extLst>
                <a:ext uri="{FF2B5EF4-FFF2-40B4-BE49-F238E27FC236}">
                  <a16:creationId xmlns:a16="http://schemas.microsoft.com/office/drawing/2014/main" id="{D24FE433-5416-D59D-4E77-08A3B0241E99}"/>
                </a:ext>
              </a:extLst>
            </p:cNvPr>
            <p:cNvSpPr txBox="1"/>
            <p:nvPr/>
          </p:nvSpPr>
          <p:spPr>
            <a:xfrm>
              <a:off x="6869824" y="94592"/>
              <a:ext cx="1748551" cy="174855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marL="0" lvl="0" indent="0" algn="ctr" defTabSz="577850" rtl="0">
                <a:lnSpc>
                  <a:spcPct val="150000"/>
                </a:lnSpc>
                <a:spcBef>
                  <a:spcPct val="0"/>
                </a:spcBef>
                <a:spcAft>
                  <a:spcPct val="35000"/>
                </a:spcAft>
                <a:buNone/>
              </a:pPr>
              <a:r>
                <a:rPr lang="en-US">
                  <a:solidFill>
                    <a:schemeClr val="accent5">
                      <a:lumMod val="75000"/>
                    </a:schemeClr>
                  </a:solidFill>
                  <a:latin typeface="Times New Roman" panose="02020603050405020304" pitchFamily="18" charset="0"/>
                  <a:cs typeface="Times New Roman" panose="02020603050405020304" pitchFamily="18" charset="0"/>
                </a:rPr>
                <a:t>Analyze what drives the 63.31% engagement rate: visuals, captions, hashtags, or interactivity.</a:t>
              </a:r>
              <a:endParaRPr lang="en-IN" b="1" kern="1200" dirty="0">
                <a:solidFill>
                  <a:schemeClr val="accent5">
                    <a:lumMod val="75000"/>
                  </a:schemeClr>
                </a:solidFill>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48882EAF-70B3-AEEF-84FD-CB0C59BA6FFD}"/>
              </a:ext>
            </a:extLst>
          </p:cNvPr>
          <p:cNvGrpSpPr/>
          <p:nvPr/>
        </p:nvGrpSpPr>
        <p:grpSpPr>
          <a:xfrm>
            <a:off x="131927" y="5278041"/>
            <a:ext cx="8807357" cy="968744"/>
            <a:chOff x="5383157" y="3030816"/>
            <a:chExt cx="1937735" cy="1937735"/>
          </a:xfrm>
          <a:solidFill>
            <a:schemeClr val="bg1">
              <a:lumMod val="95000"/>
            </a:schemeClr>
          </a:solidFill>
        </p:grpSpPr>
        <p:sp>
          <p:nvSpPr>
            <p:cNvPr id="17" name="Rectangle: Rounded Corners 16">
              <a:extLst>
                <a:ext uri="{FF2B5EF4-FFF2-40B4-BE49-F238E27FC236}">
                  <a16:creationId xmlns:a16="http://schemas.microsoft.com/office/drawing/2014/main" id="{EB17229A-7886-573A-7F52-F783AD8191C2}"/>
                </a:ext>
              </a:extLst>
            </p:cNvPr>
            <p:cNvSpPr/>
            <p:nvPr/>
          </p:nvSpPr>
          <p:spPr>
            <a:xfrm>
              <a:off x="5383157" y="3030816"/>
              <a:ext cx="1937735" cy="1937735"/>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8" name="Rectangle: Rounded Corners 4">
              <a:extLst>
                <a:ext uri="{FF2B5EF4-FFF2-40B4-BE49-F238E27FC236}">
                  <a16:creationId xmlns:a16="http://schemas.microsoft.com/office/drawing/2014/main" id="{082F3D62-B251-DC4F-B06F-30E17D1356B7}"/>
                </a:ext>
              </a:extLst>
            </p:cNvPr>
            <p:cNvSpPr txBox="1"/>
            <p:nvPr/>
          </p:nvSpPr>
          <p:spPr>
            <a:xfrm>
              <a:off x="5477749" y="3125408"/>
              <a:ext cx="1748551" cy="174855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kern="1200" dirty="0">
                  <a:solidFill>
                    <a:schemeClr val="accent5">
                      <a:lumMod val="75000"/>
                    </a:schemeClr>
                  </a:solidFill>
                  <a:latin typeface="Times New Roman" panose="02020603050405020304" pitchFamily="18" charset="0"/>
                  <a:cs typeface="Times New Roman" panose="02020603050405020304" pitchFamily="18" charset="0"/>
                </a:rPr>
                <a:t>With an average of 3 tags per post, there's room to tag more relevant accounts, brands, or collaborators</a:t>
              </a:r>
              <a:r>
                <a:rPr lang="en-US" sz="1300" b="1" kern="1200" dirty="0">
                  <a:solidFill>
                    <a:schemeClr val="accent5">
                      <a:lumMod val="75000"/>
                    </a:schemeClr>
                  </a:solidFill>
                  <a:latin typeface="Times New Roman" panose="02020603050405020304" pitchFamily="18" charset="0"/>
                  <a:cs typeface="Times New Roman" panose="02020603050405020304" pitchFamily="18" charset="0"/>
                </a:rPr>
                <a:t>.</a:t>
              </a:r>
              <a:endParaRPr lang="en-IN" sz="1300" b="1" kern="1200" dirty="0">
                <a:solidFill>
                  <a:schemeClr val="accent5">
                    <a:lumMod val="75000"/>
                  </a:schemeClr>
                </a:solidFill>
                <a:latin typeface="Times New Roman" panose="02020603050405020304" pitchFamily="18" charset="0"/>
                <a:cs typeface="Times New Roman" panose="02020603050405020304" pitchFamily="18" charset="0"/>
              </a:endParaRPr>
            </a:p>
          </p:txBody>
        </p:sp>
      </p:grpSp>
      <p:pic>
        <p:nvPicPr>
          <p:cNvPr id="19" name="Picture 2" descr="Instagram App Pictures | Download Free Images on Unsplash">
            <a:extLst>
              <a:ext uri="{FF2B5EF4-FFF2-40B4-BE49-F238E27FC236}">
                <a16:creationId xmlns:a16="http://schemas.microsoft.com/office/drawing/2014/main" id="{D9278217-C43C-5724-55C8-D5114D4FE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26140515-CB67-A477-D917-C5EB3F73577B}"/>
              </a:ext>
            </a:extLst>
          </p:cNvPr>
          <p:cNvSpPr txBox="1"/>
          <p:nvPr/>
        </p:nvSpPr>
        <p:spPr>
          <a:xfrm>
            <a:off x="561865" y="1773907"/>
            <a:ext cx="7599496" cy="646331"/>
          </a:xfrm>
          <a:prstGeom prst="rect">
            <a:avLst/>
          </a:prstGeom>
          <a:noFill/>
        </p:spPr>
        <p:txBody>
          <a:bodyPr wrap="square">
            <a:spAutoFit/>
          </a:bodyPr>
          <a:lstStyle/>
          <a:p>
            <a:pPr algn="ctr"/>
            <a:r>
              <a:rPr lang="en-IN">
                <a:solidFill>
                  <a:schemeClr val="accent5">
                    <a:lumMod val="75000"/>
                  </a:schemeClr>
                </a:solidFill>
                <a:latin typeface="Times New Roman" panose="02020603050405020304" pitchFamily="18" charset="0"/>
                <a:cs typeface="Times New Roman" panose="02020603050405020304" pitchFamily="18" charset="0"/>
              </a:rPr>
              <a:t>Post consistently during peak engagement hours to maximize visibility and interactions.</a:t>
            </a:r>
          </a:p>
        </p:txBody>
      </p:sp>
    </p:spTree>
    <p:extLst>
      <p:ext uri="{BB962C8B-B14F-4D97-AF65-F5344CB8AC3E}">
        <p14:creationId xmlns:p14="http://schemas.microsoft.com/office/powerpoint/2010/main" val="3303293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48D06A-BEF0-F670-D28F-F25151DDD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5" name="Title 4">
            <a:extLst>
              <a:ext uri="{FF2B5EF4-FFF2-40B4-BE49-F238E27FC236}">
                <a16:creationId xmlns:a16="http://schemas.microsoft.com/office/drawing/2014/main" id="{176BF8E4-1930-3033-F3FB-37FA407EC52E}"/>
              </a:ext>
            </a:extLst>
          </p:cNvPr>
          <p:cNvSpPr>
            <a:spLocks noGrp="1"/>
          </p:cNvSpPr>
          <p:nvPr>
            <p:ph type="ctrTitle"/>
          </p:nvPr>
        </p:nvSpPr>
        <p:spPr>
          <a:xfrm>
            <a:off x="95534" y="232012"/>
            <a:ext cx="4858603" cy="846161"/>
          </a:xfrm>
        </p:spPr>
        <p:txBody>
          <a:bodyPr>
            <a:normAutofit fontScale="90000"/>
          </a:bodyPr>
          <a:lstStyle/>
          <a:p>
            <a:r>
              <a:rPr lang="en-IN" sz="6000" b="1">
                <a:solidFill>
                  <a:srgbClr val="002060"/>
                </a:solidFill>
                <a:latin typeface="Times New Roman" panose="02020603050405020304" pitchFamily="18" charset="0"/>
                <a:cs typeface="Times New Roman" panose="02020603050405020304" pitchFamily="18" charset="0"/>
              </a:rPr>
              <a:t>Conclusion</a:t>
            </a:r>
            <a:endParaRPr lang="en-IN">
              <a:solidFill>
                <a:srgbClr val="002060"/>
              </a:solidFill>
            </a:endParaRPr>
          </a:p>
        </p:txBody>
      </p:sp>
      <p:sp>
        <p:nvSpPr>
          <p:cNvPr id="6" name="Subtitle 5">
            <a:extLst>
              <a:ext uri="{FF2B5EF4-FFF2-40B4-BE49-F238E27FC236}">
                <a16:creationId xmlns:a16="http://schemas.microsoft.com/office/drawing/2014/main" id="{35873A87-B549-1987-0B24-67D9BA85C0FE}"/>
              </a:ext>
            </a:extLst>
          </p:cNvPr>
          <p:cNvSpPr>
            <a:spLocks noGrp="1"/>
          </p:cNvSpPr>
          <p:nvPr>
            <p:ph type="subTitle" idx="1"/>
          </p:nvPr>
        </p:nvSpPr>
        <p:spPr>
          <a:xfrm>
            <a:off x="204715" y="1583140"/>
            <a:ext cx="11559655" cy="4926842"/>
          </a:xfrm>
        </p:spPr>
        <p:txBody>
          <a:bodyPr>
            <a:normAutofit/>
          </a:bodyPr>
          <a:lstStyle/>
          <a:p>
            <a:pPr marL="342900" indent="-342900" algn="l">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Re-engage Inactive Users: Target them with personalized content and notifications.</a:t>
            </a:r>
          </a:p>
          <a:p>
            <a:pPr algn="l"/>
            <a:endParaRPr lang="en-US">
              <a:solidFill>
                <a:schemeClr val="accent5">
                  <a:lumMod val="75000"/>
                </a:schemeClr>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Leverage Trending Hashtags: Monitor and use them strategically to boost content discovery.  </a:t>
            </a:r>
          </a:p>
          <a:p>
            <a:pPr algn="l"/>
            <a:endParaRPr lang="en-US">
              <a:solidFill>
                <a:schemeClr val="accent5">
                  <a:lumMod val="75000"/>
                </a:schemeClr>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Prioritize Reels: Encourage reel creation around trends to capture younger and newer audiences.  </a:t>
            </a:r>
          </a:p>
          <a:p>
            <a:pPr algn="l"/>
            <a:endParaRPr lang="en-US">
              <a:solidFill>
                <a:schemeClr val="accent5">
                  <a:lumMod val="75000"/>
                </a:schemeClr>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a:solidFill>
                  <a:schemeClr val="accent5">
                    <a:lumMod val="75000"/>
                  </a:schemeClr>
                </a:solidFill>
                <a:latin typeface="Times New Roman" panose="02020603050405020304" pitchFamily="18" charset="0"/>
                <a:cs typeface="Times New Roman" panose="02020603050405020304" pitchFamily="18" charset="0"/>
              </a:rPr>
              <a:t>Align Ads with Trends: Keep ad campaigns current to improve relevance and response rates.</a:t>
            </a:r>
            <a:endParaRPr lang="en-IN">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7" name="Picture 2" descr="Instagram App Pictures | Download Free Images on Unsplash">
            <a:extLst>
              <a:ext uri="{FF2B5EF4-FFF2-40B4-BE49-F238E27FC236}">
                <a16:creationId xmlns:a16="http://schemas.microsoft.com/office/drawing/2014/main" id="{CF574C54-36FD-9370-5C96-86EEA89BA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2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D50B84-2FD8-B7EF-A2CC-805E791E4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2667001"/>
            <a:ext cx="6858000" cy="12192003"/>
          </a:xfrm>
          <a:prstGeom prst="rect">
            <a:avLst/>
          </a:prstGeom>
        </p:spPr>
      </p:pic>
      <p:sp>
        <p:nvSpPr>
          <p:cNvPr id="6" name="Subtitle 5">
            <a:extLst>
              <a:ext uri="{FF2B5EF4-FFF2-40B4-BE49-F238E27FC236}">
                <a16:creationId xmlns:a16="http://schemas.microsoft.com/office/drawing/2014/main" id="{0216056F-E07E-E8AB-6C3F-38F11213CD85}"/>
              </a:ext>
            </a:extLst>
          </p:cNvPr>
          <p:cNvSpPr>
            <a:spLocks noGrp="1"/>
          </p:cNvSpPr>
          <p:nvPr>
            <p:ph type="subTitle" idx="1"/>
          </p:nvPr>
        </p:nvSpPr>
        <p:spPr>
          <a:xfrm>
            <a:off x="1524000" y="2674961"/>
            <a:ext cx="9144000" cy="2582839"/>
          </a:xfrm>
        </p:spPr>
        <p:txBody>
          <a:bodyPr>
            <a:normAutofit/>
          </a:bodyPr>
          <a:lstStyle/>
          <a:p>
            <a:r>
              <a:rPr lang="en-US" sz="6000" b="1">
                <a:solidFill>
                  <a:srgbClr val="002060"/>
                </a:solidFill>
                <a:latin typeface="Times New Roman" panose="02020603050405020304" pitchFamily="18" charset="0"/>
                <a:cs typeface="Times New Roman" panose="02020603050405020304" pitchFamily="18" charset="0"/>
              </a:rPr>
              <a:t>THANK YOU </a:t>
            </a:r>
            <a:endParaRPr lang="en-IN" sz="6000" b="1">
              <a:solidFill>
                <a:srgbClr val="002060"/>
              </a:solidFill>
            </a:endParaRPr>
          </a:p>
        </p:txBody>
      </p:sp>
      <p:pic>
        <p:nvPicPr>
          <p:cNvPr id="7" name="Picture 2" descr="Instagram App Pictures | Download Free Images on Unsplash">
            <a:extLst>
              <a:ext uri="{FF2B5EF4-FFF2-40B4-BE49-F238E27FC236}">
                <a16:creationId xmlns:a16="http://schemas.microsoft.com/office/drawing/2014/main" id="{787A76F9-94D2-D93C-4624-1365709C3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930" y="-1"/>
            <a:ext cx="982070" cy="98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072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714</TotalTime>
  <Words>1475</Words>
  <Application>Microsoft Office PowerPoint</Application>
  <PresentationFormat>Widescreen</PresentationFormat>
  <Paragraphs>197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Times New Roman</vt:lpstr>
      <vt:lpstr>Office Theme</vt:lpstr>
      <vt:lpstr>Social Media Analysis</vt:lpstr>
      <vt:lpstr>Introduction</vt:lpstr>
      <vt:lpstr>Agenda</vt:lpstr>
      <vt:lpstr>Problem Statement </vt:lpstr>
      <vt:lpstr>Database Schema</vt:lpstr>
      <vt:lpstr>Data Description</vt:lpstr>
      <vt:lpstr>Data Overview</vt:lpstr>
      <vt:lpstr>Data Exploration Approach</vt:lpstr>
      <vt:lpstr>Instagram Data Analysis with SQL </vt:lpstr>
      <vt:lpstr>User Classification</vt:lpstr>
      <vt:lpstr>Most Loyal Or Valuable Users</vt:lpstr>
      <vt:lpstr>Top Users with Highest Engagement</vt:lpstr>
      <vt:lpstr>Cohort Analysis (Joining Year Insight)</vt:lpstr>
      <vt:lpstr>Photos Segmentation Analysis</vt:lpstr>
      <vt:lpstr>Likes Segmentation Analysis</vt:lpstr>
      <vt:lpstr>Comments Segmentation Analysis</vt:lpstr>
      <vt:lpstr>User Engagement By Weekday</vt:lpstr>
      <vt:lpstr>Peak Engagement Time</vt:lpstr>
      <vt:lpstr>Top Engaging Tags</vt:lpstr>
      <vt:lpstr>Strategy to Re-engage Inactive Users</vt:lpstr>
      <vt:lpstr>Recommendations based on Instagram Data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8</cp:revision>
  <dcterms:created xsi:type="dcterms:W3CDTF">2026-05-21T19:30:54Z</dcterms:created>
  <dcterms:modified xsi:type="dcterms:W3CDTF">2026-05-29T02:42:42Z</dcterms:modified>
</cp:coreProperties>
</file>